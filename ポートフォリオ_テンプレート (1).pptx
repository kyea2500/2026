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87" r:id="rId6"/>
    <p:sldId id="281" r:id="rId7"/>
    <p:sldId id="259" r:id="rId8"/>
    <p:sldId id="260" r:id="rId9"/>
    <p:sldId id="282" r:id="rId10"/>
    <p:sldId id="286" r:id="rId11"/>
    <p:sldId id="284" r:id="rId12"/>
    <p:sldId id="279" r:id="rId13"/>
    <p:sldId id="275" r:id="rId14"/>
    <p:sldId id="269" r:id="rId15"/>
    <p:sldId id="278" r:id="rId16"/>
    <p:sldId id="285" r:id="rId17"/>
    <p:sldId id="277" r:id="rId1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仲田　伊織" initials="仲田　伊織" lastIdx="3" clrIdx="0">
    <p:extLst>
      <p:ext uri="{19B8F6BF-5375-455C-9EA6-DF929625EA0E}">
        <p15:presenceInfo xmlns:p15="http://schemas.microsoft.com/office/powerpoint/2012/main" userId="S::fko2347087@stu.o-hara.ac.jp::b509cfd3-ff17-45b7-bf03-425a22f99ba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2AFF"/>
    <a:srgbClr val="ED7D31"/>
    <a:srgbClr val="F8CE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0EA799-E224-11C3-CC69-4D042E29DB87}" v="84" dt="2026-03-17T06:04:38.992"/>
    <p1510:client id="{BAFCF069-3B48-1DDC-5211-6756CD568CE2}" v="38" dt="2026-03-19T04:59:18.6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12" y="28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B3E6A3-7ADF-4305-9277-71A5344912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29E619B-F7CE-4631-8858-8DF893CE7F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8E6012-2569-4CDA-ABCE-16E7517FE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2A57-54B4-4D22-99E5-4E2D13A78CAD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6029F4-9005-42F2-AE74-2FE9972FE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F415A0-61A0-4957-A281-ABEF68E8A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E3BD6-82AE-4887-B437-E670B5BED9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4111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3C0E14-4CAE-4BAF-B6F9-D1B935543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4847134-0D4A-43AD-8A5E-CB94EFDB3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9B4296-6012-436C-828E-C61E7920F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2A57-54B4-4D22-99E5-4E2D13A78CAD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363424B-2412-48CB-B1A4-A62FB3CCA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D9F6A7-2730-4D0F-AF11-0C7CC9927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E3BD6-82AE-4887-B437-E670B5BED9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8378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06373A-68FB-4369-8F8C-8A7CA72B3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C97C9A8-4175-4081-B05E-09340AB8E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DB029AE-32FC-48E6-A697-EF0B41675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2A57-54B4-4D22-99E5-4E2D13A78CAD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776D56-ECB4-40EE-BCA6-C6A5705D4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CABA0F4-871D-45DC-8CCF-806B81AA8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E3BD6-82AE-4887-B437-E670B5BED9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1083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C677D4-2FE7-4660-826E-B04421DA6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A9FCE7F-F8A1-4639-A182-B28341D226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9F96CAF-6D85-4FA6-94FC-D03EBDCE4F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E3D392D-9D53-46A9-83B0-E9947F455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2A57-54B4-4D22-99E5-4E2D13A78CAD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F980A4D-3D82-4AAE-AEA8-10FE93FA1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EF118A7-1796-4A3F-99E0-E4B4CAAE6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E3BD6-82AE-4887-B437-E670B5BED9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7110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82C470-1F7F-4ACE-B25C-65EDF3415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3473D7B-CC0A-4E22-8B7B-EF7A48663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4A9638C-53B5-4457-8751-93C1F36CDD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2BD437A-F1DD-40F7-BA70-6E17B70BFE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ECF5628-F354-46E2-B6CF-6BF53139A8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6271E1F-EADA-476F-B9BA-6DD65AE78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2A57-54B4-4D22-99E5-4E2D13A78CAD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6EC674B-135C-448F-9592-EF04969FF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F533BBA-B06B-44AB-907D-65E29F7D4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E3BD6-82AE-4887-B437-E670B5BED9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1083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766776-25F3-4696-A275-007130C7D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5F1183B-88C7-48B3-AB0E-9B751F4DF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2A57-54B4-4D22-99E5-4E2D13A78CAD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7C148E4-F103-4F42-9DB0-3F585ED96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F59B0ED-DFAC-4B7F-AEBF-1F54E3234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E3BD6-82AE-4887-B437-E670B5BED9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7776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6105F0B-B740-4288-BE0D-47A4DE202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2A57-54B4-4D22-99E5-4E2D13A78CAD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E555BD9-77CD-4982-9881-47B21AAF9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5B19AFB-CB43-4A95-AD04-887320E4F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E3BD6-82AE-4887-B437-E670B5BED9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5327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0768E6-9865-497B-ADE9-5609C08A3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4BE7741-D4C7-4298-B76A-D94982DCE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9B616E4-2455-4C68-ACF7-5180C81AE7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1804752-ACE9-4E83-9B42-A7463BCB5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2A57-54B4-4D22-99E5-4E2D13A78CAD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42BD591-A9EE-4BBA-B447-6D43DC63B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B11F82E-3A9E-4C51-ACAF-0F497C267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E3BD6-82AE-4887-B437-E670B5BED9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628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4BFF5F-6DD7-4663-9D87-7E5008CE2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D76B131-7CA3-48B8-BFC4-6A72FC0E69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933EE11-90EF-41A4-B120-2D1BDB2016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87BE86-61AB-4C61-A61B-0397CCC66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2A57-54B4-4D22-99E5-4E2D13A78CAD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E5C047-19FF-4BD2-A7FA-A8FC0CAAC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E9E1FB0-168B-4819-87D6-8235D6780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E3BD6-82AE-4887-B437-E670B5BED9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5013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FFFB33-1996-4333-9DBD-1C07244D8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811D7B8-5A99-4813-A2CC-62D340E796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0070D7-5F0B-488E-A6BD-98ABD59AC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2A57-54B4-4D22-99E5-4E2D13A78CAD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F67EBC-DB53-4AAA-A7C8-C3BA6811A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8BFDE0-8C71-48AE-BD43-FFE6A0A3E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E3BD6-82AE-4887-B437-E670B5BED9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817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CC68152-9F50-41A3-B321-5556FFC77B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B2E7075-2B36-4308-8738-15315D0804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6BAC6B-5425-4E98-BC1B-C4F213CE7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2A57-54B4-4D22-99E5-4E2D13A78CAD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00547C-F54F-4D99-BADD-13BBE1C07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C6F340-C9F5-4117-B63C-29AC3A69D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E3BD6-82AE-4887-B437-E670B5BED9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1273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18CEFE5-4B6E-4F6D-B6D4-6AE04281B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2015FF1-E736-4634-99B5-1AD9A7569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B5D268C-EA95-4C37-872F-8DCC2554F8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92A57-54B4-4D22-99E5-4E2D13A78CAD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4DD2AD-78F8-419A-8FA3-8E3057CFAD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D40F26-43D0-4195-A9A9-014512936D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E3BD6-82AE-4887-B437-E670B5BED9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913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コンテンツ プレースホルダー 4">
            <a:extLst>
              <a:ext uri="{FF2B5EF4-FFF2-40B4-BE49-F238E27FC236}">
                <a16:creationId xmlns:a16="http://schemas.microsoft.com/office/drawing/2014/main" id="{EB55EE7D-B2E6-48F2-B65D-6C518757EB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31"/>
          <a:stretch/>
        </p:blipFill>
        <p:spPr>
          <a:xfrm>
            <a:off x="0" y="0"/>
            <a:ext cx="12192000" cy="855133"/>
          </a:xfr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C851AA6-6D48-4065-BB7D-40AE34747925}"/>
              </a:ext>
            </a:extLst>
          </p:cNvPr>
          <p:cNvSpPr txBox="1"/>
          <p:nvPr/>
        </p:nvSpPr>
        <p:spPr>
          <a:xfrm>
            <a:off x="1761066" y="208802"/>
            <a:ext cx="616373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3600" b="1">
                <a:solidFill>
                  <a:schemeClr val="bg1"/>
                </a:solidFill>
                <a:ea typeface="游ゴシック"/>
              </a:rPr>
              <a:t>○○プログラマー</a:t>
            </a:r>
            <a:endParaRPr kumimoji="1" lang="ja-JP" altLang="en-US" sz="3600" b="1">
              <a:solidFill>
                <a:schemeClr val="bg1"/>
              </a:solidFill>
              <a:ea typeface="游ゴシック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AEE222C-D125-4566-9D9A-168CB906CAE6}"/>
              </a:ext>
            </a:extLst>
          </p:cNvPr>
          <p:cNvSpPr txBox="1"/>
          <p:nvPr/>
        </p:nvSpPr>
        <p:spPr>
          <a:xfrm>
            <a:off x="618066" y="1902347"/>
            <a:ext cx="6324600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kumimoji="1" lang="ja-JP" altLang="en-US" dirty="0">
                <a:ea typeface="游ゴシック"/>
              </a:rPr>
              <a:t>名前</a:t>
            </a:r>
            <a:r>
              <a:rPr lang="en-US" altLang="ja-JP" dirty="0">
                <a:ea typeface="游ゴシック"/>
              </a:rPr>
              <a:t>       </a:t>
            </a:r>
            <a:r>
              <a:rPr lang="en-US" altLang="ja-JP" spc="-150" dirty="0">
                <a:ea typeface="游ゴシック"/>
              </a:rPr>
              <a:t> </a:t>
            </a:r>
            <a:r>
              <a:rPr lang="en-US" altLang="ja-JP" dirty="0">
                <a:ea typeface="游ゴシック"/>
              </a:rPr>
              <a:t> </a:t>
            </a:r>
            <a:r>
              <a:rPr lang="en-US" altLang="ja-JP" spc="-300" dirty="0">
                <a:ea typeface="游ゴシック"/>
              </a:rPr>
              <a:t>   </a:t>
            </a:r>
            <a:r>
              <a:rPr lang="en-US" altLang="ja-JP" dirty="0">
                <a:ea typeface="游ゴシック"/>
              </a:rPr>
              <a:t>: </a:t>
            </a:r>
            <a:r>
              <a:rPr lang="en-US" altLang="ja-JP" dirty="0" err="1">
                <a:ea typeface="游ゴシック"/>
              </a:rPr>
              <a:t>安藤</a:t>
            </a:r>
            <a:r>
              <a:rPr lang="en-US" altLang="ja-JP" dirty="0">
                <a:ea typeface="游ゴシック"/>
              </a:rPr>
              <a:t> </a:t>
            </a:r>
            <a:r>
              <a:rPr lang="en-US" altLang="ja-JP" dirty="0" err="1">
                <a:ea typeface="游ゴシック"/>
              </a:rPr>
              <a:t>歩夢</a:t>
            </a:r>
            <a:endParaRPr lang="en-US" altLang="ja-JP">
              <a:ea typeface="游ゴシック"/>
            </a:endParaRPr>
          </a:p>
          <a:p>
            <a:r>
              <a:rPr lang="ja-JP" altLang="en-US" dirty="0"/>
              <a:t>学校  </a:t>
            </a:r>
            <a:r>
              <a:rPr lang="ja-JP" altLang="en-US" spc="-150" dirty="0"/>
              <a:t>   </a:t>
            </a:r>
            <a:r>
              <a:rPr lang="ja-JP" altLang="en-US" dirty="0"/>
              <a:t>   </a:t>
            </a:r>
            <a:r>
              <a:rPr lang="ja-JP" altLang="en-US" spc="-150" dirty="0"/>
              <a:t>   </a:t>
            </a:r>
            <a:r>
              <a:rPr lang="ja-JP" altLang="en-US" spc="-300" dirty="0"/>
              <a:t> </a:t>
            </a:r>
            <a:r>
              <a:rPr lang="en-US" altLang="ja-JP" dirty="0"/>
              <a:t>:</a:t>
            </a:r>
            <a:r>
              <a:rPr lang="ja-JP" altLang="en-US" dirty="0"/>
              <a:t> 福岡情報</a:t>
            </a:r>
            <a:r>
              <a:rPr lang="en-US" altLang="ja-JP" dirty="0"/>
              <a:t>IT</a:t>
            </a:r>
            <a:r>
              <a:rPr lang="ja-JP" altLang="en-US" dirty="0"/>
              <a:t>クリエイター専門学校</a:t>
            </a:r>
            <a:endParaRPr lang="en-US" altLang="ja-JP" dirty="0"/>
          </a:p>
          <a:p>
            <a:r>
              <a:rPr lang="ja-JP" altLang="en-US" dirty="0"/>
              <a:t>学科　　  </a:t>
            </a:r>
            <a:r>
              <a:rPr lang="ja-JP" altLang="en-US" sz="1100" dirty="0"/>
              <a:t> </a:t>
            </a:r>
            <a:r>
              <a:rPr lang="en-US" altLang="ja-JP" dirty="0"/>
              <a:t>: </a:t>
            </a:r>
            <a:r>
              <a:rPr lang="ja-JP" altLang="en-US" dirty="0"/>
              <a:t>ゲーム・クリエイター学科</a:t>
            </a:r>
            <a:endParaRPr lang="en-US" altLang="ja-JP" dirty="0"/>
          </a:p>
          <a:p>
            <a:r>
              <a:rPr lang="ja-JP" altLang="en-US" dirty="0">
                <a:ea typeface="游ゴシック"/>
              </a:rPr>
              <a:t>メール      </a:t>
            </a:r>
            <a:r>
              <a:rPr lang="en-US" altLang="ja-JP" dirty="0">
                <a:ea typeface="游ゴシック"/>
              </a:rPr>
              <a:t>: </a:t>
            </a:r>
            <a:r>
              <a:rPr lang="en-US" altLang="ja-JP">
                <a:ea typeface="游ゴシック"/>
              </a:rPr>
              <a:t>Syukatu.ando2005@gmail.com</a:t>
            </a:r>
            <a:endParaRPr lang="ja-JP" altLang="en-US">
              <a:ea typeface="游ゴシック"/>
            </a:endParaRPr>
          </a:p>
          <a:p>
            <a:r>
              <a:rPr lang="en-US" altLang="ja-JP">
                <a:ea typeface="游ゴシック"/>
              </a:rPr>
              <a:t>GitHub     : </a:t>
            </a:r>
            <a:r>
              <a:rPr lang="en-US" dirty="0">
                <a:ea typeface="+mn-lt"/>
                <a:cs typeface="+mn-lt"/>
              </a:rPr>
              <a:t>https://github.com/Kyea2500</a:t>
            </a:r>
          </a:p>
          <a:p>
            <a:r>
              <a:rPr lang="en-US" altLang="ja-JP" err="1">
                <a:ea typeface="游ゴシック"/>
              </a:rPr>
              <a:t>Youtube</a:t>
            </a:r>
            <a:r>
              <a:rPr lang="ja-JP" altLang="en-US" spc="-150" dirty="0">
                <a:ea typeface="游ゴシック"/>
              </a:rPr>
              <a:t>    </a:t>
            </a:r>
            <a:r>
              <a:rPr lang="en-US" altLang="ja-JP" dirty="0">
                <a:ea typeface="游ゴシック"/>
              </a:rPr>
              <a:t>: </a:t>
            </a:r>
            <a:r>
              <a:rPr lang="en-US" dirty="0">
                <a:ea typeface="+mn-lt"/>
                <a:cs typeface="+mn-lt"/>
              </a:rPr>
              <a:t>https://youtube.com/@Ayu_Dream25.00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DA02EC4-F862-41DE-8C26-9D9A623A74A7}"/>
              </a:ext>
            </a:extLst>
          </p:cNvPr>
          <p:cNvSpPr txBox="1"/>
          <p:nvPr/>
        </p:nvSpPr>
        <p:spPr>
          <a:xfrm>
            <a:off x="618066" y="3983826"/>
            <a:ext cx="13800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/>
              <a:t>スキル</a:t>
            </a:r>
            <a:endParaRPr lang="en-US" altLang="ja-JP" sz="2800" b="1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9960AF3-693C-4E3C-B14A-F8873D3E490A}"/>
              </a:ext>
            </a:extLst>
          </p:cNvPr>
          <p:cNvSpPr txBox="1"/>
          <p:nvPr/>
        </p:nvSpPr>
        <p:spPr>
          <a:xfrm>
            <a:off x="618066" y="1239995"/>
            <a:ext cx="6324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/>
              <a:t>プロフィール</a:t>
            </a:r>
            <a:endParaRPr lang="en-US" altLang="ja-JP" sz="2800" b="1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5B61C4B-E68D-4FAE-8B55-8AE484599410}"/>
              </a:ext>
            </a:extLst>
          </p:cNvPr>
          <p:cNvSpPr txBox="1"/>
          <p:nvPr/>
        </p:nvSpPr>
        <p:spPr>
          <a:xfrm>
            <a:off x="618065" y="4546081"/>
            <a:ext cx="4032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C/C++      : 2</a:t>
            </a:r>
            <a:r>
              <a:rPr lang="ja-JP" altLang="en-US" dirty="0"/>
              <a:t>年　　</a:t>
            </a:r>
            <a:r>
              <a:rPr lang="en-US" altLang="ja-JP" dirty="0"/>
              <a:t>HLSL   </a:t>
            </a:r>
            <a:r>
              <a:rPr lang="en-US" altLang="ja-JP" spc="-150" dirty="0"/>
              <a:t>   </a:t>
            </a:r>
            <a:r>
              <a:rPr lang="en-US" altLang="ja-JP" spc="-300" dirty="0"/>
              <a:t>         </a:t>
            </a:r>
            <a:r>
              <a:rPr lang="en-US" altLang="ja-JP" dirty="0"/>
              <a:t>: </a:t>
            </a:r>
            <a:r>
              <a:rPr lang="ja-JP" altLang="en-US" dirty="0"/>
              <a:t>半年</a:t>
            </a:r>
            <a:endParaRPr lang="en-US" altLang="ja-JP" dirty="0"/>
          </a:p>
          <a:p>
            <a:r>
              <a:rPr lang="en-US" altLang="ja-JP" dirty="0"/>
              <a:t>C#/Unity   : 2</a:t>
            </a:r>
            <a:r>
              <a:rPr lang="ja-JP" altLang="en-US" dirty="0"/>
              <a:t>年　　</a:t>
            </a:r>
            <a:r>
              <a:rPr lang="en-US" altLang="ja-JP" dirty="0"/>
              <a:t>Photoshop</a:t>
            </a:r>
            <a:r>
              <a:rPr lang="ja-JP" altLang="en-US" spc="-300" dirty="0"/>
              <a:t> </a:t>
            </a:r>
            <a:r>
              <a:rPr lang="en-US" altLang="ja-JP" dirty="0"/>
              <a:t>:</a:t>
            </a:r>
            <a:r>
              <a:rPr lang="ja-JP" altLang="en-US" dirty="0"/>
              <a:t> </a:t>
            </a:r>
            <a:r>
              <a:rPr lang="en-US" altLang="ja-JP" dirty="0"/>
              <a:t>2</a:t>
            </a:r>
            <a:r>
              <a:rPr lang="ja-JP" altLang="en-US" dirty="0"/>
              <a:t>年</a:t>
            </a:r>
            <a:endParaRPr lang="en-US" altLang="ja-JP" dirty="0"/>
          </a:p>
          <a:p>
            <a:r>
              <a:rPr lang="en-US" altLang="ja-JP" dirty="0"/>
              <a:t>GitHub</a:t>
            </a:r>
            <a:r>
              <a:rPr lang="ja-JP" altLang="en-US" dirty="0"/>
              <a:t>  </a:t>
            </a:r>
            <a:r>
              <a:rPr lang="ja-JP" altLang="en-US" spc="-150" dirty="0"/>
              <a:t>  </a:t>
            </a:r>
            <a:r>
              <a:rPr lang="ja-JP" altLang="en-US" spc="-300" dirty="0"/>
              <a:t> </a:t>
            </a:r>
            <a:r>
              <a:rPr lang="ja-JP" altLang="en-US" spc="-150" dirty="0"/>
              <a:t> </a:t>
            </a:r>
            <a:r>
              <a:rPr lang="ja-JP" altLang="en-US" spc="-300" dirty="0"/>
              <a:t> </a:t>
            </a:r>
            <a:r>
              <a:rPr lang="ja-JP" altLang="en-US" dirty="0"/>
              <a:t> </a:t>
            </a:r>
            <a:r>
              <a:rPr lang="ja-JP" altLang="en-US" spc="-300" dirty="0"/>
              <a:t> </a:t>
            </a:r>
            <a:r>
              <a:rPr lang="en-US" altLang="ja-JP" dirty="0"/>
              <a:t>:</a:t>
            </a:r>
            <a:r>
              <a:rPr lang="ja-JP" altLang="en-US" dirty="0"/>
              <a:t> </a:t>
            </a:r>
            <a:r>
              <a:rPr lang="en-US" altLang="ja-JP" dirty="0"/>
              <a:t>2</a:t>
            </a:r>
            <a:r>
              <a:rPr lang="ja-JP" altLang="en-US" dirty="0"/>
              <a:t>年　　</a:t>
            </a:r>
            <a:r>
              <a:rPr lang="en-US" altLang="ja-JP" dirty="0"/>
              <a:t>Excel</a:t>
            </a:r>
            <a:r>
              <a:rPr lang="ja-JP" altLang="en-US" dirty="0"/>
              <a:t>　　  </a:t>
            </a:r>
            <a:r>
              <a:rPr lang="en-US" altLang="ja-JP" dirty="0"/>
              <a:t>: 1</a:t>
            </a:r>
            <a:r>
              <a:rPr lang="ja-JP" altLang="en-US" dirty="0"/>
              <a:t>年</a:t>
            </a:r>
            <a:endParaRPr lang="en-US" altLang="ja-JP" dirty="0"/>
          </a:p>
          <a:p>
            <a:r>
              <a:rPr lang="en-US" altLang="ja-JP" dirty="0"/>
              <a:t>…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9B62424-F787-4278-BAE0-EDBC1BE53C31}"/>
              </a:ext>
            </a:extLst>
          </p:cNvPr>
          <p:cNvSpPr txBox="1"/>
          <p:nvPr/>
        </p:nvSpPr>
        <p:spPr>
          <a:xfrm>
            <a:off x="1871132" y="1779236"/>
            <a:ext cx="1153422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000" spc="-150">
                <a:ea typeface="游ゴシック"/>
              </a:rPr>
              <a:t>あんどう　あゆむ</a:t>
            </a:r>
            <a:endParaRPr lang="ja-JP" altLang="en-US" sz="1000" spc="-150" dirty="0">
              <a:ea typeface="游ゴシック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241CA8B-7DCE-44D0-A302-E278CE4CCC2F}"/>
              </a:ext>
            </a:extLst>
          </p:cNvPr>
          <p:cNvSpPr/>
          <p:nvPr/>
        </p:nvSpPr>
        <p:spPr>
          <a:xfrm>
            <a:off x="5258624" y="4330820"/>
            <a:ext cx="1739797" cy="162828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QR</a:t>
            </a:r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E0366E0-2A90-4764-9761-CAB5B7E26E3B}"/>
              </a:ext>
            </a:extLst>
          </p:cNvPr>
          <p:cNvSpPr txBox="1"/>
          <p:nvPr/>
        </p:nvSpPr>
        <p:spPr>
          <a:xfrm>
            <a:off x="4843501" y="6142258"/>
            <a:ext cx="2818573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ja-JP">
                <a:ea typeface="游ゴシック"/>
              </a:rPr>
              <a:t>GitHub</a:t>
            </a:r>
            <a:r>
              <a:rPr lang="ja-JP" altLang="en-US" dirty="0">
                <a:ea typeface="游ゴシック"/>
              </a:rPr>
              <a:t>プロフィール</a:t>
            </a:r>
            <a:r>
              <a:rPr lang="en-US" altLang="ja-JP" dirty="0">
                <a:ea typeface="游ゴシック"/>
              </a:rPr>
              <a:t>QR</a:t>
            </a:r>
            <a:endParaRPr lang="ja-JP" altLang="en-US" dirty="0">
              <a:ea typeface="游ゴシック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7684568-3D48-4EEC-9089-F2C800312394}"/>
              </a:ext>
            </a:extLst>
          </p:cNvPr>
          <p:cNvSpPr/>
          <p:nvPr/>
        </p:nvSpPr>
        <p:spPr>
          <a:xfrm>
            <a:off x="7675685" y="1002323"/>
            <a:ext cx="3824653" cy="5646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9F1637-E94C-BB4B-4375-66D594879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022" y="4361753"/>
            <a:ext cx="1684299" cy="158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46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89D47D6-16C2-4FD0-8E86-C4406BDB14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8B46C53-0BA9-493E-8E09-8C862CE0F26C}"/>
              </a:ext>
            </a:extLst>
          </p:cNvPr>
          <p:cNvSpPr txBox="1"/>
          <p:nvPr/>
        </p:nvSpPr>
        <p:spPr>
          <a:xfrm>
            <a:off x="1608668" y="304800"/>
            <a:ext cx="1579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32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自己</a:t>
            </a:r>
            <a:r>
              <a:rPr kumimoji="1" lang="en-US" altLang="ja-JP" sz="3200" b="1" dirty="0">
                <a:solidFill>
                  <a:schemeClr val="bg1"/>
                </a:solidFill>
                <a:latin typeface="+mn-ea"/>
              </a:rPr>
              <a:t>PR</a:t>
            </a:r>
            <a:endParaRPr kumimoji="1" lang="ja-JP" altLang="en-US" sz="3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887B00B-A13F-466F-BC23-95FE01AEF129}"/>
              </a:ext>
            </a:extLst>
          </p:cNvPr>
          <p:cNvSpPr/>
          <p:nvPr/>
        </p:nvSpPr>
        <p:spPr>
          <a:xfrm>
            <a:off x="1123260" y="1980467"/>
            <a:ext cx="3659755" cy="2897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自己トピックス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2D98BE3-6158-4DF3-966B-194A73524ADD}"/>
              </a:ext>
            </a:extLst>
          </p:cNvPr>
          <p:cNvSpPr/>
          <p:nvPr/>
        </p:nvSpPr>
        <p:spPr>
          <a:xfrm>
            <a:off x="6095999" y="4148503"/>
            <a:ext cx="3223459" cy="22654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その他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BE61461-B698-4717-921F-FBD920C1A240}"/>
              </a:ext>
            </a:extLst>
          </p:cNvPr>
          <p:cNvSpPr/>
          <p:nvPr/>
        </p:nvSpPr>
        <p:spPr>
          <a:xfrm>
            <a:off x="6096000" y="1163516"/>
            <a:ext cx="3223459" cy="22654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他己トピックス</a:t>
            </a:r>
            <a:br>
              <a:rPr kumimoji="1" lang="en-US" altLang="ja-JP" dirty="0"/>
            </a:br>
            <a:r>
              <a:rPr kumimoji="1" lang="en-US" altLang="ja-JP" dirty="0"/>
              <a:t>(</a:t>
            </a:r>
            <a:r>
              <a:rPr kumimoji="1" lang="ja-JP" altLang="en-US" dirty="0"/>
              <a:t>部活とか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304824C-F02B-44CC-A0D4-03F7770F0528}"/>
              </a:ext>
            </a:extLst>
          </p:cNvPr>
          <p:cNvSpPr txBox="1"/>
          <p:nvPr/>
        </p:nvSpPr>
        <p:spPr>
          <a:xfrm>
            <a:off x="1353773" y="5313768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自己トピックスについて</a:t>
            </a:r>
            <a:endParaRPr kumimoji="1"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F9C44B9-E542-4E20-9508-4F994875432E}"/>
              </a:ext>
            </a:extLst>
          </p:cNvPr>
          <p:cNvSpPr txBox="1"/>
          <p:nvPr/>
        </p:nvSpPr>
        <p:spPr>
          <a:xfrm>
            <a:off x="9393817" y="509657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その他について</a:t>
            </a:r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A72BC0A-B2AD-45A1-A637-551ACD39AD28}"/>
              </a:ext>
            </a:extLst>
          </p:cNvPr>
          <p:cNvSpPr txBox="1"/>
          <p:nvPr/>
        </p:nvSpPr>
        <p:spPr>
          <a:xfrm>
            <a:off x="9393817" y="2611599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他己トピックスについて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12355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図 22">
            <a:extLst>
              <a:ext uri="{FF2B5EF4-FFF2-40B4-BE49-F238E27FC236}">
                <a16:creationId xmlns:a16="http://schemas.microsoft.com/office/drawing/2014/main" id="{73D7A474-2FF4-4447-83EC-E4BEFFFBD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A88E959-FC6E-44D7-9592-2510A60C632C}"/>
              </a:ext>
            </a:extLst>
          </p:cNvPr>
          <p:cNvSpPr txBox="1"/>
          <p:nvPr/>
        </p:nvSpPr>
        <p:spPr>
          <a:xfrm>
            <a:off x="2151877" y="1143180"/>
            <a:ext cx="60998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7200" b="1" dirty="0">
                <a:solidFill>
                  <a:schemeClr val="bg1"/>
                </a:solidFill>
              </a:rPr>
              <a:t>最終制作作品</a:t>
            </a:r>
            <a:endParaRPr kumimoji="1" lang="ja-JP" altLang="en-US" sz="7200" b="1" dirty="0">
              <a:solidFill>
                <a:schemeClr val="bg1"/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C343379-41E9-4511-B57D-370EC840AD59}"/>
              </a:ext>
            </a:extLst>
          </p:cNvPr>
          <p:cNvSpPr txBox="1"/>
          <p:nvPr/>
        </p:nvSpPr>
        <p:spPr>
          <a:xfrm>
            <a:off x="2989385" y="3332285"/>
            <a:ext cx="48269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ロゴとか</a:t>
            </a:r>
            <a:endParaRPr kumimoji="1" lang="en-US" altLang="ja-JP" dirty="0">
              <a:solidFill>
                <a:schemeClr val="bg1"/>
              </a:solidFill>
            </a:endParaRPr>
          </a:p>
          <a:p>
            <a:r>
              <a:rPr lang="ja-JP" altLang="en-US" dirty="0">
                <a:solidFill>
                  <a:schemeClr val="bg1"/>
                </a:solidFill>
              </a:rPr>
              <a:t>ゲーム内の画像を載せる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1935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コンテンツ プレースホルダー 4">
            <a:extLst>
              <a:ext uri="{FF2B5EF4-FFF2-40B4-BE49-F238E27FC236}">
                <a16:creationId xmlns:a16="http://schemas.microsoft.com/office/drawing/2014/main" id="{EB55EE7D-B2E6-48F2-B65D-6C518757EB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31"/>
          <a:stretch/>
        </p:blipFill>
        <p:spPr>
          <a:xfrm>
            <a:off x="0" y="0"/>
            <a:ext cx="12192000" cy="855133"/>
          </a:xfr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7992223-7075-4976-8C64-19A50CA972D0}"/>
              </a:ext>
            </a:extLst>
          </p:cNvPr>
          <p:cNvSpPr txBox="1"/>
          <p:nvPr/>
        </p:nvSpPr>
        <p:spPr>
          <a:xfrm>
            <a:off x="1761066" y="208802"/>
            <a:ext cx="29379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solidFill>
                  <a:schemeClr val="bg1"/>
                </a:solidFill>
              </a:rPr>
              <a:t>最終制作作品</a:t>
            </a:r>
            <a:endParaRPr kumimoji="1" lang="ja-JP" alt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DB9A149-D0D1-4ED0-B45A-8F36846232F8}"/>
              </a:ext>
            </a:extLst>
          </p:cNvPr>
          <p:cNvSpPr txBox="1"/>
          <p:nvPr/>
        </p:nvSpPr>
        <p:spPr>
          <a:xfrm>
            <a:off x="296332" y="1718732"/>
            <a:ext cx="5895073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800" dirty="0">
                <a:ea typeface="游ゴシック"/>
              </a:rPr>
              <a:t>作品名　　</a:t>
            </a:r>
            <a:r>
              <a:rPr lang="en-US" altLang="ja-JP" sz="1800" dirty="0">
                <a:ea typeface="游ゴシック"/>
              </a:rPr>
              <a:t>:</a:t>
            </a:r>
            <a:r>
              <a:rPr lang="ja-JP" altLang="en-US">
                <a:ea typeface="游ゴシック"/>
              </a:rPr>
              <a:t> HIDE ＆ NEVER SEEK</a:t>
            </a:r>
            <a:endParaRPr lang="en-US" altLang="ja-JP" sz="1800">
              <a:ea typeface="游ゴシック"/>
            </a:endParaRPr>
          </a:p>
          <a:p>
            <a:r>
              <a:rPr lang="ja-JP" altLang="en-US" sz="1800" dirty="0">
                <a:ea typeface="游ゴシック"/>
              </a:rPr>
              <a:t>ジャンル　</a:t>
            </a:r>
            <a:r>
              <a:rPr lang="en-US" altLang="ja-JP" sz="1800" dirty="0">
                <a:ea typeface="游ゴシック"/>
              </a:rPr>
              <a:t>: </a:t>
            </a:r>
            <a:r>
              <a:rPr lang="en-US" altLang="ja-JP" dirty="0" err="1">
                <a:ea typeface="游ゴシック"/>
              </a:rPr>
              <a:t>探索型ホラーアクション</a:t>
            </a:r>
            <a:endParaRPr lang="en-US" altLang="ja-JP" sz="1800">
              <a:ea typeface="游ゴシック"/>
            </a:endParaRPr>
          </a:p>
          <a:p>
            <a:r>
              <a:rPr kumimoji="1" lang="ja-JP" altLang="en-US" sz="1800" dirty="0">
                <a:ea typeface="游ゴシック"/>
              </a:rPr>
              <a:t>開発環境　</a:t>
            </a:r>
            <a:r>
              <a:rPr kumimoji="1" lang="en-US" altLang="ja-JP" sz="1800" dirty="0">
                <a:ea typeface="游ゴシック"/>
              </a:rPr>
              <a:t>: </a:t>
            </a:r>
            <a:r>
              <a:rPr lang="en-US" altLang="ja-JP" dirty="0" err="1">
                <a:ea typeface="游ゴシック"/>
              </a:rPr>
              <a:t>Unity、C</a:t>
            </a:r>
            <a:r>
              <a:rPr lang="en-US" altLang="ja-JP" dirty="0">
                <a:ea typeface="游ゴシック"/>
              </a:rPr>
              <a:t>#</a:t>
            </a:r>
            <a:endParaRPr lang="ja-JP" altLang="en-US" sz="1800" dirty="0">
              <a:ea typeface="游ゴシック"/>
            </a:endParaRPr>
          </a:p>
          <a:p>
            <a:r>
              <a:rPr lang="ja-JP" altLang="en-US" sz="1800">
                <a:ea typeface="游ゴシック"/>
              </a:rPr>
              <a:t>対応機種　</a:t>
            </a:r>
            <a:r>
              <a:rPr lang="en-US" altLang="ja-JP" sz="1800">
                <a:ea typeface="游ゴシック"/>
              </a:rPr>
              <a:t>:</a:t>
            </a:r>
            <a:r>
              <a:rPr lang="ja-JP" altLang="en-US" sz="1800">
                <a:ea typeface="游ゴシック"/>
              </a:rPr>
              <a:t> </a:t>
            </a:r>
            <a:r>
              <a:rPr lang="ja-JP" altLang="en-US">
                <a:ea typeface="游ゴシック"/>
              </a:rPr>
              <a:t>PC</a:t>
            </a:r>
            <a:endParaRPr kumimoji="1" lang="en-US" altLang="ja-JP" sz="1800">
              <a:ea typeface="游ゴシック"/>
            </a:endParaRPr>
          </a:p>
          <a:p>
            <a:r>
              <a:rPr kumimoji="1" lang="ja-JP" altLang="en-US" sz="1800" dirty="0">
                <a:ea typeface="游ゴシック"/>
              </a:rPr>
              <a:t>制作時期　</a:t>
            </a:r>
            <a:r>
              <a:rPr kumimoji="1" lang="en-US" altLang="ja-JP" sz="1800" dirty="0">
                <a:ea typeface="游ゴシック"/>
              </a:rPr>
              <a:t>:</a:t>
            </a:r>
            <a:r>
              <a:rPr kumimoji="1" lang="ja-JP" altLang="en-US" sz="1800">
                <a:ea typeface="游ゴシック"/>
              </a:rPr>
              <a:t> </a:t>
            </a:r>
            <a:r>
              <a:rPr lang="ja-JP" altLang="en-US">
                <a:ea typeface="游ゴシック"/>
              </a:rPr>
              <a:t>2025</a:t>
            </a:r>
            <a:r>
              <a:rPr lang="en-US" altLang="ja-JP">
                <a:ea typeface="游ゴシック"/>
              </a:rPr>
              <a:t>/11/</a:t>
            </a:r>
            <a:r>
              <a:rPr kumimoji="1" lang="en-US" altLang="ja-JP" sz="1800">
                <a:ea typeface="游ゴシック"/>
              </a:rPr>
              <a:t>dd</a:t>
            </a:r>
            <a:r>
              <a:rPr lang="ja-JP" altLang="en-US" sz="1800" dirty="0">
                <a:ea typeface="游ゴシック"/>
              </a:rPr>
              <a:t> </a:t>
            </a:r>
            <a:r>
              <a:rPr lang="en-US" altLang="ja-JP" dirty="0">
                <a:ea typeface="游ゴシック"/>
              </a:rPr>
              <a:t>~</a:t>
            </a:r>
            <a:endParaRPr lang="en-US" altLang="ja-JP" sz="1800" dirty="0">
              <a:ea typeface="游ゴシック"/>
            </a:endParaRPr>
          </a:p>
          <a:p>
            <a:r>
              <a:rPr lang="ja-JP" altLang="en-US" sz="1800" dirty="0">
                <a:ea typeface="游ゴシック"/>
              </a:rPr>
              <a:t>制作期間　</a:t>
            </a:r>
            <a:r>
              <a:rPr lang="en-US" altLang="ja-JP" sz="1800" dirty="0">
                <a:ea typeface="游ゴシック"/>
              </a:rPr>
              <a:t>:</a:t>
            </a:r>
            <a:r>
              <a:rPr lang="ja-JP" altLang="en-US" sz="1800">
                <a:ea typeface="游ゴシック"/>
              </a:rPr>
              <a:t> 約</a:t>
            </a:r>
            <a:r>
              <a:rPr lang="ja-JP" altLang="en-US">
                <a:ea typeface="游ゴシック"/>
              </a:rPr>
              <a:t>3</a:t>
            </a:r>
            <a:r>
              <a:rPr lang="ja-JP" altLang="en-US" sz="1800">
                <a:ea typeface="游ゴシック"/>
              </a:rPr>
              <a:t>か月</a:t>
            </a:r>
            <a:endParaRPr lang="en-US" altLang="ja-JP" sz="1800">
              <a:ea typeface="游ゴシック"/>
            </a:endParaRPr>
          </a:p>
          <a:p>
            <a:r>
              <a:rPr lang="ja-JP" altLang="en-US" sz="1800">
                <a:ea typeface="游ゴシック"/>
              </a:rPr>
              <a:t>制作人数　</a:t>
            </a:r>
            <a:r>
              <a:rPr lang="en-US" altLang="ja-JP" sz="1800">
                <a:ea typeface="游ゴシック"/>
              </a:rPr>
              <a:t>:</a:t>
            </a:r>
            <a:r>
              <a:rPr lang="ja-JP" altLang="en-US" sz="1800">
                <a:ea typeface="游ゴシック"/>
              </a:rPr>
              <a:t> </a:t>
            </a:r>
            <a:r>
              <a:rPr lang="ja-JP" altLang="en-US">
                <a:ea typeface="游ゴシック"/>
              </a:rPr>
              <a:t>1人</a:t>
            </a:r>
            <a:endParaRPr lang="ja-JP" altLang="en-US" sz="1800">
              <a:ea typeface="游ゴシック"/>
            </a:endParaRPr>
          </a:p>
          <a:p>
            <a:r>
              <a:rPr lang="ja-JP" altLang="en-US" sz="1800" dirty="0">
                <a:ea typeface="游ゴシック"/>
              </a:rPr>
              <a:t>担当   </a:t>
            </a:r>
            <a:r>
              <a:rPr lang="ja-JP" altLang="en-US" sz="1800" spc="-300" dirty="0">
                <a:ea typeface="游ゴシック"/>
              </a:rPr>
              <a:t>  </a:t>
            </a:r>
            <a:r>
              <a:rPr lang="ja-JP" altLang="en-US" sz="1800" dirty="0">
                <a:ea typeface="游ゴシック"/>
              </a:rPr>
              <a:t> </a:t>
            </a:r>
            <a:r>
              <a:rPr lang="ja-JP" altLang="en-US" sz="1800" spc="-150" dirty="0">
                <a:ea typeface="游ゴシック"/>
              </a:rPr>
              <a:t> </a:t>
            </a:r>
            <a:r>
              <a:rPr lang="ja-JP" altLang="en-US" sz="1800" dirty="0">
                <a:ea typeface="游ゴシック"/>
              </a:rPr>
              <a:t> </a:t>
            </a:r>
            <a:r>
              <a:rPr lang="en-US" altLang="ja-JP" sz="1800">
                <a:ea typeface="游ゴシック"/>
              </a:rPr>
              <a:t>    :</a:t>
            </a:r>
            <a:r>
              <a:rPr lang="ja-JP" altLang="en-US">
                <a:ea typeface="游ゴシック"/>
              </a:rPr>
              <a:t> すべて</a:t>
            </a:r>
            <a:endParaRPr lang="en-US" altLang="ja-JP" sz="1800">
              <a:ea typeface="游ゴシック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F3EBB5F-C6FC-405A-AF40-9393D2F69D7E}"/>
              </a:ext>
            </a:extLst>
          </p:cNvPr>
          <p:cNvSpPr txBox="1"/>
          <p:nvPr/>
        </p:nvSpPr>
        <p:spPr>
          <a:xfrm>
            <a:off x="292097" y="4619577"/>
            <a:ext cx="5706535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ja-JP" sz="1600" dirty="0" err="1">
                <a:ea typeface="游ゴシック"/>
              </a:rPr>
              <a:t>GitHubURL</a:t>
            </a:r>
            <a:r>
              <a:rPr lang="ja-JP" altLang="en-US" sz="1600" spc="-300" dirty="0">
                <a:ea typeface="游ゴシック"/>
              </a:rPr>
              <a:t>   </a:t>
            </a:r>
            <a:r>
              <a:rPr lang="en-US" altLang="ja-JP" sz="1600" dirty="0">
                <a:ea typeface="游ゴシック"/>
              </a:rPr>
              <a:t>:</a:t>
            </a:r>
            <a:r>
              <a:rPr lang="ja-JP" altLang="en-US" sz="1600" dirty="0">
                <a:ea typeface="游ゴシック"/>
              </a:rPr>
              <a:t> </a:t>
            </a:r>
            <a:r>
              <a:rPr lang="ja-JP" sz="1600" dirty="0">
                <a:ea typeface="+mn-lt"/>
                <a:cs typeface="+mn-lt"/>
              </a:rPr>
              <a:t>https://github.com/Kyea2500/2026.git</a:t>
            </a:r>
            <a:r>
              <a:rPr lang="ja-JP" altLang="en-US" sz="1600" dirty="0">
                <a:ea typeface="游ゴシック"/>
              </a:rPr>
              <a:t>　　　　　　　　　　　　　　　　　　　　　　　　　　　　　　　　　　　　　　　　　　　　　　　　　　　　　</a:t>
            </a:r>
            <a:r>
              <a:rPr lang="en-US" altLang="ja-JP" sz="1600" dirty="0">
                <a:ea typeface="游ゴシック"/>
              </a:rPr>
              <a:t>	URL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D1C208E-380C-4E87-A58A-B1E3C13966DF}"/>
              </a:ext>
            </a:extLst>
          </p:cNvPr>
          <p:cNvSpPr txBox="1"/>
          <p:nvPr/>
        </p:nvSpPr>
        <p:spPr>
          <a:xfrm>
            <a:off x="6612467" y="4558021"/>
            <a:ext cx="609600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kumimoji="1" lang="ja-JP" altLang="en-US" sz="1800" dirty="0">
                <a:ea typeface="游ゴシック"/>
              </a:rPr>
              <a:t>動画</a:t>
            </a:r>
            <a:r>
              <a:rPr kumimoji="1" lang="en-US" altLang="ja-JP" sz="1800" dirty="0">
                <a:ea typeface="游ゴシック"/>
              </a:rPr>
              <a:t>URL</a:t>
            </a:r>
            <a:r>
              <a:rPr lang="ja-JP" altLang="en-US" sz="1800" dirty="0">
                <a:ea typeface="游ゴシック"/>
              </a:rPr>
              <a:t>    </a:t>
            </a:r>
            <a:r>
              <a:rPr kumimoji="1" lang="en-US" altLang="ja-JP" sz="1800">
                <a:ea typeface="游ゴシック"/>
              </a:rPr>
              <a:t>:</a:t>
            </a:r>
            <a:r>
              <a:rPr lang="ja-JP">
                <a:ea typeface="+mn-lt"/>
                <a:cs typeface="+mn-lt"/>
              </a:rPr>
              <a:t>https://youtu.be/FKMpQQ8eVsU</a:t>
            </a:r>
            <a:endParaRPr kumimoji="1" lang="en-US" altLang="ja-JP" sz="1800" dirty="0"/>
          </a:p>
          <a:p>
            <a:r>
              <a:rPr lang="ja-JP" altLang="en-US" dirty="0"/>
              <a:t>　　　</a:t>
            </a:r>
            <a:r>
              <a:rPr kumimoji="1" lang="en-US" altLang="ja-JP" sz="1800" dirty="0"/>
              <a:t>URL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555A5FA-C786-4920-867C-0A420E02DD59}"/>
              </a:ext>
            </a:extLst>
          </p:cNvPr>
          <p:cNvSpPr/>
          <p:nvPr/>
        </p:nvSpPr>
        <p:spPr>
          <a:xfrm>
            <a:off x="7892378" y="5208928"/>
            <a:ext cx="1495709" cy="142168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QR</a:t>
            </a:r>
            <a:endParaRPr kumimoji="1" lang="ja-JP" alt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945B6B3-9959-4B03-AF4A-EE43AE92F948}"/>
              </a:ext>
            </a:extLst>
          </p:cNvPr>
          <p:cNvSpPr/>
          <p:nvPr/>
        </p:nvSpPr>
        <p:spPr>
          <a:xfrm>
            <a:off x="2298697" y="5246098"/>
            <a:ext cx="1337733" cy="1403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QR</a:t>
            </a:r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F3A6B3A-09B8-4480-BD90-04DAB8F5ED29}"/>
              </a:ext>
            </a:extLst>
          </p:cNvPr>
          <p:cNvSpPr txBox="1"/>
          <p:nvPr/>
        </p:nvSpPr>
        <p:spPr>
          <a:xfrm>
            <a:off x="821265" y="5700434"/>
            <a:ext cx="1464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 dirty="0"/>
              <a:t>GitHub</a:t>
            </a:r>
            <a:r>
              <a:rPr lang="en-US" altLang="ja-JP" dirty="0"/>
              <a:t>QR</a:t>
            </a:r>
            <a:r>
              <a:rPr lang="ja-JP" altLang="en-US" dirty="0"/>
              <a:t>  </a:t>
            </a:r>
            <a:r>
              <a:rPr lang="en-US" altLang="ja-JP" sz="1800" dirty="0"/>
              <a:t>:</a:t>
            </a:r>
            <a:endParaRPr lang="ja-JP" altLang="en-US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B92F9F8-EF88-4484-927C-04D8BCD0FF73}"/>
              </a:ext>
            </a:extLst>
          </p:cNvPr>
          <p:cNvSpPr txBox="1"/>
          <p:nvPr/>
        </p:nvSpPr>
        <p:spPr>
          <a:xfrm>
            <a:off x="6620933" y="5700434"/>
            <a:ext cx="1202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800" dirty="0"/>
              <a:t>動画</a:t>
            </a:r>
            <a:r>
              <a:rPr kumimoji="1" lang="en-US" altLang="ja-JP" sz="1800" dirty="0"/>
              <a:t>QR</a:t>
            </a:r>
            <a:r>
              <a:rPr lang="ja-JP" altLang="en-US" sz="1800" dirty="0"/>
              <a:t>  </a:t>
            </a:r>
            <a:r>
              <a:rPr kumimoji="1" lang="en-US" altLang="ja-JP" sz="1800" dirty="0"/>
              <a:t>:</a:t>
            </a:r>
            <a:r>
              <a:rPr kumimoji="1" lang="ja-JP" altLang="en-US" sz="1800" dirty="0"/>
              <a:t>　</a:t>
            </a:r>
            <a:endParaRPr kumimoji="1" lang="en-US" altLang="ja-JP" sz="1800" dirty="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8C46751-05DF-4C26-A61F-C086B70FB732}"/>
              </a:ext>
            </a:extLst>
          </p:cNvPr>
          <p:cNvSpPr/>
          <p:nvPr/>
        </p:nvSpPr>
        <p:spPr>
          <a:xfrm>
            <a:off x="11436593" y="58565"/>
            <a:ext cx="703619" cy="73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ロゴ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3C1B3B-30AC-2C79-D5EB-B63787E15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547" y="1122823"/>
            <a:ext cx="5506528" cy="326088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2707B14-16F8-CE38-A4B6-118BDDF36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0341" y="5315414"/>
            <a:ext cx="1208051" cy="12638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D57A4D-9BF1-8D50-840A-0C6F255214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1555" y="5244560"/>
            <a:ext cx="1461278" cy="13869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C14ADB-32F1-F683-B38A-56ED1E2380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25560" y="-2"/>
            <a:ext cx="966440" cy="88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267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コンテンツ プレースホルダー 4">
            <a:extLst>
              <a:ext uri="{FF2B5EF4-FFF2-40B4-BE49-F238E27FC236}">
                <a16:creationId xmlns:a16="http://schemas.microsoft.com/office/drawing/2014/main" id="{EB55EE7D-B2E6-48F2-B65D-6C518757EB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31"/>
          <a:stretch/>
        </p:blipFill>
        <p:spPr>
          <a:xfrm>
            <a:off x="0" y="0"/>
            <a:ext cx="12192000" cy="855133"/>
          </a:xfr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817AAEF-D2CF-403D-9C78-6514C8D8EAE6}"/>
              </a:ext>
            </a:extLst>
          </p:cNvPr>
          <p:cNvSpPr txBox="1"/>
          <p:nvPr/>
        </p:nvSpPr>
        <p:spPr>
          <a:xfrm>
            <a:off x="1761066" y="208802"/>
            <a:ext cx="2480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 dirty="0">
                <a:solidFill>
                  <a:schemeClr val="bg1"/>
                </a:solidFill>
              </a:rPr>
              <a:t>ゲーム概要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261A420-651C-46DC-BBA0-8E08E08843DB}"/>
              </a:ext>
            </a:extLst>
          </p:cNvPr>
          <p:cNvSpPr/>
          <p:nvPr/>
        </p:nvSpPr>
        <p:spPr>
          <a:xfrm>
            <a:off x="431800" y="1301262"/>
            <a:ext cx="5318369" cy="30509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ゲーム画像１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468F7F4-E0EA-417F-8E36-2559FF70392C}"/>
              </a:ext>
            </a:extLst>
          </p:cNvPr>
          <p:cNvSpPr/>
          <p:nvPr/>
        </p:nvSpPr>
        <p:spPr>
          <a:xfrm>
            <a:off x="6441833" y="1315796"/>
            <a:ext cx="5318369" cy="30509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ゲーム画像２</a:t>
            </a:r>
          </a:p>
        </p:txBody>
      </p:sp>
      <p:sp>
        <p:nvSpPr>
          <p:cNvPr id="12" name="テキスト ボックス 8">
            <a:extLst>
              <a:ext uri="{FF2B5EF4-FFF2-40B4-BE49-F238E27FC236}">
                <a16:creationId xmlns:a16="http://schemas.microsoft.com/office/drawing/2014/main" id="{F2544EDD-DF37-418F-917A-74150F3BF0C2}"/>
              </a:ext>
            </a:extLst>
          </p:cNvPr>
          <p:cNvSpPr txBox="1"/>
          <p:nvPr/>
        </p:nvSpPr>
        <p:spPr>
          <a:xfrm>
            <a:off x="478488" y="5088661"/>
            <a:ext cx="792744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2400" dirty="0"/>
              <a:t>床や壁に</a:t>
            </a:r>
            <a:r>
              <a:rPr lang="ja-JP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やさしさゴシックボールドV2" panose="00000800000000000000" pitchFamily="50" charset="-128"/>
                <a:ea typeface="やさしさゴシックボールドV2" panose="00000800000000000000" pitchFamily="50" charset="-128"/>
                <a:cs typeface="やさしさゴシックボールドV2" panose="00000800000000000000" pitchFamily="50" charset="-128"/>
              </a:rPr>
              <a:t>罠</a:t>
            </a:r>
            <a:r>
              <a:rPr lang="ja-JP" altLang="en-US" sz="2400" dirty="0"/>
              <a:t>を設置して</a:t>
            </a:r>
            <a:endParaRPr lang="en-US" altLang="ja-JP" sz="2400" dirty="0"/>
          </a:p>
          <a:p>
            <a:r>
              <a:rPr lang="ja-JP" altLang="en-US" sz="2400" dirty="0"/>
              <a:t>　迫りくるモンスターから</a:t>
            </a:r>
            <a:r>
              <a:rPr lang="ja-JP" altLang="en-US" sz="3200" b="1" dirty="0">
                <a:solidFill>
                  <a:srgbClr val="282AFF"/>
                </a:solidFill>
                <a:latin typeface="やさしさゴシックボールドV2" panose="00000800000000000000" pitchFamily="50" charset="-128"/>
                <a:ea typeface="やさしさゴシックボールドV2" panose="00000800000000000000" pitchFamily="50" charset="-128"/>
                <a:cs typeface="やさしさゴシックボールドV2" panose="00000800000000000000" pitchFamily="50" charset="-128"/>
              </a:rPr>
              <a:t>クリスタル</a:t>
            </a:r>
            <a:r>
              <a:rPr lang="ja-JP" altLang="en-US" sz="2400" dirty="0"/>
              <a:t>を守り切れ</a:t>
            </a:r>
            <a:r>
              <a:rPr lang="en-US" altLang="ja-JP" sz="2400" dirty="0"/>
              <a:t>!</a:t>
            </a:r>
            <a:endParaRPr kumimoji="1" lang="ja-JP" altLang="en-US" sz="2400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B1DDF3F-096B-431E-AC88-A0BC247EBDA0}"/>
              </a:ext>
            </a:extLst>
          </p:cNvPr>
          <p:cNvSpPr/>
          <p:nvPr/>
        </p:nvSpPr>
        <p:spPr>
          <a:xfrm>
            <a:off x="8762999" y="4659509"/>
            <a:ext cx="1997075" cy="1997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ゲーム内の</a:t>
            </a:r>
            <a:endParaRPr kumimoji="1" lang="en-US" altLang="ja-JP" dirty="0"/>
          </a:p>
          <a:p>
            <a:pPr algn="ctr"/>
            <a:r>
              <a:rPr lang="ja-JP" altLang="en-US" dirty="0"/>
              <a:t>アイテムとか</a:t>
            </a:r>
            <a:endParaRPr kumimoji="1"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14E5DB3-CF14-4CBD-B5C3-9588C94DB24D}"/>
              </a:ext>
            </a:extLst>
          </p:cNvPr>
          <p:cNvSpPr txBox="1"/>
          <p:nvPr/>
        </p:nvSpPr>
        <p:spPr>
          <a:xfrm>
            <a:off x="478488" y="4613655"/>
            <a:ext cx="3476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chemeClr val="accent6"/>
                </a:solidFill>
              </a:rPr>
              <a:t>概要を書く</a:t>
            </a:r>
            <a:r>
              <a:rPr kumimoji="1" lang="en-US" altLang="ja-JP" sz="2000" dirty="0">
                <a:solidFill>
                  <a:schemeClr val="accent6"/>
                </a:solidFill>
              </a:rPr>
              <a:t>(</a:t>
            </a:r>
            <a:r>
              <a:rPr kumimoji="1" lang="ja-JP" altLang="en-US" sz="2000" dirty="0">
                <a:solidFill>
                  <a:schemeClr val="accent6"/>
                </a:solidFill>
              </a:rPr>
              <a:t>下を例にして</a:t>
            </a:r>
            <a:r>
              <a:rPr kumimoji="1" lang="en-US" altLang="ja-JP" sz="2000" dirty="0">
                <a:solidFill>
                  <a:schemeClr val="accent6"/>
                </a:solidFill>
              </a:rPr>
              <a:t>)</a:t>
            </a:r>
            <a:endParaRPr kumimoji="1" lang="ja-JP" altLang="en-US" sz="2000" dirty="0">
              <a:solidFill>
                <a:schemeClr val="accent6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FF1B7A3-0C5B-4526-B17A-4D44743DBC39}"/>
              </a:ext>
            </a:extLst>
          </p:cNvPr>
          <p:cNvSpPr/>
          <p:nvPr/>
        </p:nvSpPr>
        <p:spPr>
          <a:xfrm>
            <a:off x="11436593" y="58565"/>
            <a:ext cx="703619" cy="73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ロゴ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E94CE4-8B36-829F-745E-B991F7442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5560" y="-2"/>
            <a:ext cx="966440" cy="88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733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コンテンツ プレースホルダー 4">
            <a:extLst>
              <a:ext uri="{FF2B5EF4-FFF2-40B4-BE49-F238E27FC236}">
                <a16:creationId xmlns:a16="http://schemas.microsoft.com/office/drawing/2014/main" id="{EB55EE7D-B2E6-48F2-B65D-6C518757EB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31"/>
          <a:stretch/>
        </p:blipFill>
        <p:spPr>
          <a:xfrm>
            <a:off x="0" y="0"/>
            <a:ext cx="12192000" cy="855133"/>
          </a:xfr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817AAEF-D2CF-403D-9C78-6514C8D8EAE6}"/>
              </a:ext>
            </a:extLst>
          </p:cNvPr>
          <p:cNvSpPr txBox="1"/>
          <p:nvPr/>
        </p:nvSpPr>
        <p:spPr>
          <a:xfrm>
            <a:off x="1761066" y="208802"/>
            <a:ext cx="5909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 dirty="0">
                <a:solidFill>
                  <a:schemeClr val="bg1"/>
                </a:solidFill>
              </a:rPr>
              <a:t>このゲームの面白さ！①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4D5106B-EE2B-4A1D-9E32-0C64D27AE3D9}"/>
              </a:ext>
            </a:extLst>
          </p:cNvPr>
          <p:cNvSpPr txBox="1"/>
          <p:nvPr/>
        </p:nvSpPr>
        <p:spPr>
          <a:xfrm>
            <a:off x="830726" y="1366950"/>
            <a:ext cx="6096000" cy="17543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ja-JP" altLang="en-US" dirty="0">
                <a:ea typeface="游ゴシック"/>
              </a:rPr>
              <a:t>文字と画像、イラストでそれについて説明していく</a:t>
            </a:r>
            <a:endParaRPr lang="en-US" altLang="ja-JP" dirty="0">
              <a:ea typeface="游ゴシック"/>
            </a:endParaRPr>
          </a:p>
          <a:p>
            <a:r>
              <a:rPr lang="en-US" altLang="ja-JP" dirty="0">
                <a:ea typeface="游ゴシック"/>
              </a:rPr>
              <a:t>(2</a:t>
            </a:r>
            <a:r>
              <a:rPr lang="ja-JP" altLang="en-US" dirty="0">
                <a:ea typeface="游ゴシック"/>
              </a:rPr>
              <a:t>ページ分</a:t>
            </a:r>
            <a:r>
              <a:rPr lang="en-US" altLang="ja-JP" dirty="0">
                <a:ea typeface="游ゴシック"/>
              </a:rPr>
              <a:t>)</a:t>
            </a:r>
            <a:endParaRPr lang="ja-JP"/>
          </a:p>
          <a:p>
            <a:endParaRPr lang="en-US" altLang="ja-JP" dirty="0">
              <a:ea typeface="游ゴシック"/>
            </a:endParaRPr>
          </a:p>
          <a:p>
            <a:r>
              <a:rPr lang="ja-JP" altLang="en-US" dirty="0">
                <a:ea typeface="游ゴシック"/>
              </a:rPr>
              <a:t>なるべく文字が少なくなるように</a:t>
            </a:r>
            <a:endParaRPr lang="en-US" altLang="ja-JP" dirty="0">
              <a:ea typeface="游ゴシック"/>
            </a:endParaRPr>
          </a:p>
          <a:p>
            <a:endParaRPr lang="en-US" altLang="ja-JP" dirty="0">
              <a:ea typeface="游ゴシック"/>
            </a:endParaRPr>
          </a:p>
          <a:p>
            <a:r>
              <a:rPr lang="en-US" altLang="ja-JP" dirty="0">
                <a:ea typeface="游ゴシック"/>
              </a:rPr>
              <a:t>(</a:t>
            </a:r>
            <a:r>
              <a:rPr lang="ja-JP" altLang="en-US" dirty="0">
                <a:ea typeface="游ゴシック"/>
              </a:rPr>
              <a:t>次のページに例があります</a:t>
            </a:r>
            <a:r>
              <a:rPr lang="en-US" altLang="ja-JP" dirty="0">
                <a:ea typeface="游ゴシック"/>
              </a:rPr>
              <a:t>)</a:t>
            </a:r>
            <a:endParaRPr lang="ja-JP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CA64583-913A-4B03-9BEC-E9295B25937C}"/>
              </a:ext>
            </a:extLst>
          </p:cNvPr>
          <p:cNvSpPr/>
          <p:nvPr/>
        </p:nvSpPr>
        <p:spPr>
          <a:xfrm>
            <a:off x="11436593" y="58565"/>
            <a:ext cx="703619" cy="73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ロゴ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C8A86A-1C5C-A959-C51B-59A7EA29D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5560" y="-2"/>
            <a:ext cx="966440" cy="88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247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コンテンツ プレースホルダー 4">
            <a:extLst>
              <a:ext uri="{FF2B5EF4-FFF2-40B4-BE49-F238E27FC236}">
                <a16:creationId xmlns:a16="http://schemas.microsoft.com/office/drawing/2014/main" id="{EB55EE7D-B2E6-48F2-B65D-6C518757EB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31"/>
          <a:stretch/>
        </p:blipFill>
        <p:spPr>
          <a:xfrm>
            <a:off x="0" y="0"/>
            <a:ext cx="12192000" cy="855133"/>
          </a:xfr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817AAEF-D2CF-403D-9C78-6514C8D8EAE6}"/>
              </a:ext>
            </a:extLst>
          </p:cNvPr>
          <p:cNvSpPr txBox="1"/>
          <p:nvPr/>
        </p:nvSpPr>
        <p:spPr>
          <a:xfrm>
            <a:off x="1761066" y="208802"/>
            <a:ext cx="5909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 dirty="0">
                <a:solidFill>
                  <a:schemeClr val="bg1"/>
                </a:solidFill>
              </a:rPr>
              <a:t>このゲームの面白さ！②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4BD9FD8F-5625-4263-A9F2-F7814872AA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0" y="70829"/>
            <a:ext cx="1136051" cy="713474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8CFD29E-FE5A-4947-91E9-CA5B6DE150CE}"/>
              </a:ext>
            </a:extLst>
          </p:cNvPr>
          <p:cNvSpPr txBox="1"/>
          <p:nvPr/>
        </p:nvSpPr>
        <p:spPr>
          <a:xfrm>
            <a:off x="830726" y="2833489"/>
            <a:ext cx="4816541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罠の配置だけでも</a:t>
            </a:r>
            <a:endParaRPr lang="en-US" altLang="ja-JP" dirty="0"/>
          </a:p>
          <a:p>
            <a:endParaRPr lang="en-US" altLang="ja-JP" sz="1200" dirty="0"/>
          </a:p>
          <a:p>
            <a:r>
              <a:rPr lang="ja-JP" altLang="en-US" dirty="0"/>
              <a:t>・</a:t>
            </a:r>
            <a:r>
              <a:rPr lang="ja-JP" altLang="en-US" b="1" dirty="0"/>
              <a:t>罠同士の相性を活かした配置</a:t>
            </a:r>
            <a:endParaRPr lang="en-US" altLang="ja-JP" b="1" dirty="0"/>
          </a:p>
          <a:p>
            <a:r>
              <a:rPr lang="ja-JP" altLang="en-US" sz="1000" dirty="0"/>
              <a:t>　</a:t>
            </a:r>
            <a:endParaRPr lang="en-US" altLang="ja-JP" sz="1000" dirty="0"/>
          </a:p>
          <a:p>
            <a:r>
              <a:rPr lang="ja-JP" altLang="en-US" dirty="0"/>
              <a:t>・</a:t>
            </a:r>
            <a:r>
              <a:rPr lang="ja-JP" altLang="en-US" b="1" dirty="0"/>
              <a:t>マップの構造を活かした配置</a:t>
            </a:r>
            <a:endParaRPr lang="en-US" altLang="ja-JP" b="1" dirty="0"/>
          </a:p>
          <a:p>
            <a:r>
              <a:rPr lang="ja-JP" altLang="en-US" sz="1000" dirty="0"/>
              <a:t>　</a:t>
            </a:r>
            <a:endParaRPr lang="en-US" altLang="ja-JP" sz="1000" dirty="0"/>
          </a:p>
          <a:p>
            <a:r>
              <a:rPr lang="ja-JP" altLang="en-US" dirty="0"/>
              <a:t>・</a:t>
            </a:r>
            <a:r>
              <a:rPr lang="ja-JP" altLang="en-US" b="1" dirty="0"/>
              <a:t>まとめて倒すための配置</a:t>
            </a:r>
            <a:endParaRPr lang="en-US" altLang="ja-JP" b="1" dirty="0"/>
          </a:p>
          <a:p>
            <a:endParaRPr lang="en-US" altLang="ja-JP" sz="1200" dirty="0"/>
          </a:p>
          <a:p>
            <a:r>
              <a:rPr lang="ja-JP" altLang="en-US" dirty="0"/>
              <a:t>　　　　　　　　など様々な攻略ができる！</a:t>
            </a:r>
            <a:endParaRPr lang="en-US" altLang="ja-JP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A130D840-0487-4D66-862A-53A954684E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76700"/>
            <a:ext cx="5410199" cy="3042003"/>
          </a:xfrm>
          <a:prstGeom prst="rect">
            <a:avLst/>
          </a:prstGeom>
          <a:ln w="88900" cap="sq" cmpd="thickThin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E2373259-2BF8-462C-B19F-B571FE9177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865" y="5092533"/>
            <a:ext cx="2591671" cy="1765467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6BF3CE9A-E11C-4378-8F32-91A46D18C9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6781" y="5092532"/>
            <a:ext cx="2174354" cy="1765468"/>
          </a:xfrm>
          <a:prstGeom prst="rect">
            <a:avLst/>
          </a:prstGeom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F4D5E24-E790-4088-86D0-42C1347062E2}"/>
              </a:ext>
            </a:extLst>
          </p:cNvPr>
          <p:cNvSpPr txBox="1"/>
          <p:nvPr/>
        </p:nvSpPr>
        <p:spPr>
          <a:xfrm>
            <a:off x="588868" y="1791099"/>
            <a:ext cx="52408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</a:rPr>
              <a:t>自分だけの攻略法！</a:t>
            </a:r>
          </a:p>
        </p:txBody>
      </p:sp>
    </p:spTree>
    <p:extLst>
      <p:ext uri="{BB962C8B-B14F-4D97-AF65-F5344CB8AC3E}">
        <p14:creationId xmlns:p14="http://schemas.microsoft.com/office/powerpoint/2010/main" val="2465196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コンテンツ プレースホルダー 4">
            <a:extLst>
              <a:ext uri="{FF2B5EF4-FFF2-40B4-BE49-F238E27FC236}">
                <a16:creationId xmlns:a16="http://schemas.microsoft.com/office/drawing/2014/main" id="{EB55EE7D-B2E6-48F2-B65D-6C518757EB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31"/>
          <a:stretch/>
        </p:blipFill>
        <p:spPr>
          <a:xfrm>
            <a:off x="0" y="0"/>
            <a:ext cx="12192000" cy="855133"/>
          </a:xfr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7B94265-3128-426B-B11F-F39609DE3E97}"/>
              </a:ext>
            </a:extLst>
          </p:cNvPr>
          <p:cNvSpPr txBox="1"/>
          <p:nvPr/>
        </p:nvSpPr>
        <p:spPr>
          <a:xfrm>
            <a:off x="684227" y="1477391"/>
            <a:ext cx="66767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 dirty="0"/>
              <a:t>どういうゲームか一言で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5E2F634-17B4-4AB5-9F4A-44930F2D903D}"/>
              </a:ext>
            </a:extLst>
          </p:cNvPr>
          <p:cNvSpPr/>
          <p:nvPr/>
        </p:nvSpPr>
        <p:spPr>
          <a:xfrm>
            <a:off x="3164081" y="3123461"/>
            <a:ext cx="5837044" cy="33542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ゲーム画像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9D8F4DE-83EB-4F55-8353-E29816C23ADE}"/>
              </a:ext>
            </a:extLst>
          </p:cNvPr>
          <p:cNvSpPr txBox="1"/>
          <p:nvPr/>
        </p:nvSpPr>
        <p:spPr>
          <a:xfrm>
            <a:off x="1761066" y="208802"/>
            <a:ext cx="5909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 dirty="0">
                <a:solidFill>
                  <a:schemeClr val="bg1"/>
                </a:solidFill>
              </a:rPr>
              <a:t>ゲームタイトル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38E5DB6-4C35-4282-9BC2-D8C952B1B1DC}"/>
              </a:ext>
            </a:extLst>
          </p:cNvPr>
          <p:cNvSpPr/>
          <p:nvPr/>
        </p:nvSpPr>
        <p:spPr>
          <a:xfrm>
            <a:off x="11436593" y="58565"/>
            <a:ext cx="703619" cy="73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ロゴ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21DCA82-0894-4EC0-8F4C-95AFAC5FCC0E}"/>
              </a:ext>
            </a:extLst>
          </p:cNvPr>
          <p:cNvSpPr/>
          <p:nvPr/>
        </p:nvSpPr>
        <p:spPr>
          <a:xfrm>
            <a:off x="9492950" y="1121572"/>
            <a:ext cx="1997075" cy="1997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ゲーム内の</a:t>
            </a:r>
            <a:endParaRPr kumimoji="1" lang="en-US" altLang="ja-JP" dirty="0"/>
          </a:p>
          <a:p>
            <a:pPr algn="ctr"/>
            <a:r>
              <a:rPr lang="ja-JP" altLang="en-US" dirty="0"/>
              <a:t>アイテムとか</a:t>
            </a:r>
            <a:endParaRPr kumimoji="1" lang="ja-JP" altLang="en-US" dirty="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BD80868-49F5-42AB-B2D0-89A8FCE9F05F}"/>
              </a:ext>
            </a:extLst>
          </p:cNvPr>
          <p:cNvSpPr/>
          <p:nvPr/>
        </p:nvSpPr>
        <p:spPr>
          <a:xfrm>
            <a:off x="434989" y="4057900"/>
            <a:ext cx="1997075" cy="1997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ゲーム内の</a:t>
            </a:r>
            <a:endParaRPr kumimoji="1" lang="en-US" altLang="ja-JP" dirty="0"/>
          </a:p>
          <a:p>
            <a:pPr algn="ctr"/>
            <a:r>
              <a:rPr lang="ja-JP" altLang="en-US" dirty="0"/>
              <a:t>アイテムとか</a:t>
            </a:r>
            <a:endParaRPr kumimoji="1" lang="ja-JP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313466-5723-0CE9-EDAE-0B1F40529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5560" y="-2"/>
            <a:ext cx="966440" cy="88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574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図 22">
            <a:extLst>
              <a:ext uri="{FF2B5EF4-FFF2-40B4-BE49-F238E27FC236}">
                <a16:creationId xmlns:a16="http://schemas.microsoft.com/office/drawing/2014/main" id="{73D7A474-2FF4-4447-83EC-E4BEFFFBD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E5601580-5B26-4FFB-9109-54DD74C124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660" y="1143180"/>
            <a:ext cx="5663803" cy="5606303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F579A7F2-A147-48D7-83E8-4FBEC95F38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7" y="1408069"/>
            <a:ext cx="6099878" cy="5428891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A88E959-FC6E-44D7-9592-2510A60C632C}"/>
              </a:ext>
            </a:extLst>
          </p:cNvPr>
          <p:cNvSpPr txBox="1"/>
          <p:nvPr/>
        </p:nvSpPr>
        <p:spPr>
          <a:xfrm>
            <a:off x="2151877" y="1143180"/>
            <a:ext cx="39285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7200" b="1" dirty="0">
                <a:solidFill>
                  <a:schemeClr val="bg1"/>
                </a:solidFill>
              </a:rPr>
              <a:t>技術紹介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81F2F185-5DB7-4EF5-A538-DBA1DE907C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099" y="2328140"/>
            <a:ext cx="4537238" cy="452986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840A9E93-A448-4A4D-8B62-F51F1F82AE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1504" y="2328140"/>
            <a:ext cx="4537238" cy="452986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813109B1-9502-4FED-AAA8-D7A8F04544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2" y="1408069"/>
            <a:ext cx="6105169" cy="54336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97C1ACAA-B05C-455D-B7B4-CE14BF88277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660" y="1138471"/>
            <a:ext cx="5674820" cy="5617208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697D15F-3560-4000-9594-A53532C16FF9}"/>
              </a:ext>
            </a:extLst>
          </p:cNvPr>
          <p:cNvSpPr/>
          <p:nvPr/>
        </p:nvSpPr>
        <p:spPr>
          <a:xfrm>
            <a:off x="9959202" y="254797"/>
            <a:ext cx="1997075" cy="1997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ロゴ</a:t>
            </a:r>
          </a:p>
        </p:txBody>
      </p:sp>
    </p:spTree>
    <p:extLst>
      <p:ext uri="{BB962C8B-B14F-4D97-AF65-F5344CB8AC3E}">
        <p14:creationId xmlns:p14="http://schemas.microsoft.com/office/powerpoint/2010/main" val="581076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コンテンツ プレースホルダー 4">
            <a:extLst>
              <a:ext uri="{FF2B5EF4-FFF2-40B4-BE49-F238E27FC236}">
                <a16:creationId xmlns:a16="http://schemas.microsoft.com/office/drawing/2014/main" id="{EB55EE7D-B2E6-48F2-B65D-6C518757EB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31"/>
          <a:stretch/>
        </p:blipFill>
        <p:spPr>
          <a:xfrm>
            <a:off x="0" y="0"/>
            <a:ext cx="12192000" cy="855133"/>
          </a:xfr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14B36C8-6C9F-4B5D-922A-53D0A231AD9C}"/>
              </a:ext>
            </a:extLst>
          </p:cNvPr>
          <p:cNvSpPr txBox="1"/>
          <p:nvPr/>
        </p:nvSpPr>
        <p:spPr>
          <a:xfrm>
            <a:off x="66215" y="208802"/>
            <a:ext cx="46058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b="1" dirty="0">
                <a:solidFill>
                  <a:schemeClr val="bg1"/>
                </a:solidFill>
              </a:rPr>
              <a:t>技術紹介①</a:t>
            </a:r>
            <a:r>
              <a:rPr kumimoji="1" lang="en-US" altLang="ja-JP" sz="1600" b="1" dirty="0">
                <a:solidFill>
                  <a:schemeClr val="bg1"/>
                </a:solidFill>
              </a:rPr>
              <a:t>:</a:t>
            </a:r>
            <a:r>
              <a:rPr kumimoji="1" lang="ja-JP" altLang="en-US" sz="1600" b="1" dirty="0">
                <a:solidFill>
                  <a:schemeClr val="bg1"/>
                </a:solidFill>
              </a:rPr>
              <a:t>　　</a:t>
            </a:r>
            <a:r>
              <a:rPr lang="ja-JP" altLang="en-US" sz="3600" b="1" dirty="0">
                <a:solidFill>
                  <a:schemeClr val="bg1"/>
                </a:solidFill>
              </a:rPr>
              <a:t>内容</a:t>
            </a:r>
            <a:endParaRPr kumimoji="1" lang="ja-JP" altLang="en-US" sz="3600" b="1" dirty="0">
              <a:solidFill>
                <a:schemeClr val="bg1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C7BA216-0345-4876-A061-CC968E247CBA}"/>
              </a:ext>
            </a:extLst>
          </p:cNvPr>
          <p:cNvSpPr txBox="1"/>
          <p:nvPr/>
        </p:nvSpPr>
        <p:spPr>
          <a:xfrm>
            <a:off x="249752" y="1699215"/>
            <a:ext cx="69772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文字と画像、イラストでそれについて説明していく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なるべく文字が少なくなるように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(</a:t>
            </a:r>
            <a:r>
              <a:rPr lang="ja-JP" altLang="en-US" dirty="0"/>
              <a:t>次のページに例があります</a:t>
            </a:r>
            <a:r>
              <a:rPr lang="en-US" altLang="ja-JP" dirty="0"/>
              <a:t>)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4D0C0EB-2102-4C63-8875-BB7F124260D5}"/>
              </a:ext>
            </a:extLst>
          </p:cNvPr>
          <p:cNvSpPr/>
          <p:nvPr/>
        </p:nvSpPr>
        <p:spPr>
          <a:xfrm>
            <a:off x="11436593" y="58565"/>
            <a:ext cx="703619" cy="73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ロゴ</a:t>
            </a:r>
          </a:p>
        </p:txBody>
      </p:sp>
    </p:spTree>
    <p:extLst>
      <p:ext uri="{BB962C8B-B14F-4D97-AF65-F5344CB8AC3E}">
        <p14:creationId xmlns:p14="http://schemas.microsoft.com/office/powerpoint/2010/main" val="3986385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7E77C-9805-ECC0-8F62-BA7B906DF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コンテンツ プレースホルダー 4">
            <a:extLst>
              <a:ext uri="{FF2B5EF4-FFF2-40B4-BE49-F238E27FC236}">
                <a16:creationId xmlns:a16="http://schemas.microsoft.com/office/drawing/2014/main" id="{88DC0DBD-29D8-ED0D-1FC2-BEF5C97987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31"/>
          <a:stretch/>
        </p:blipFill>
        <p:spPr>
          <a:xfrm>
            <a:off x="0" y="0"/>
            <a:ext cx="12192000" cy="855133"/>
          </a:xfr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43BEFD8-57FC-3C2D-00AE-D4656AED0222}"/>
              </a:ext>
            </a:extLst>
          </p:cNvPr>
          <p:cNvSpPr txBox="1"/>
          <p:nvPr/>
        </p:nvSpPr>
        <p:spPr>
          <a:xfrm>
            <a:off x="1761066" y="208802"/>
            <a:ext cx="2015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solidFill>
                  <a:schemeClr val="bg1"/>
                </a:solidFill>
              </a:rPr>
              <a:t>作品総括</a:t>
            </a:r>
            <a:endParaRPr kumimoji="1" lang="ja-JP" altLang="en-US" sz="3600" b="1" dirty="0">
              <a:solidFill>
                <a:schemeClr val="bg1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B894416-5E4E-4A10-ACC0-FAD9FD4C4D06}"/>
              </a:ext>
            </a:extLst>
          </p:cNvPr>
          <p:cNvSpPr txBox="1"/>
          <p:nvPr/>
        </p:nvSpPr>
        <p:spPr>
          <a:xfrm>
            <a:off x="1220716" y="1991583"/>
            <a:ext cx="104394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dirty="0"/>
              <a:t>この作品の課題</a:t>
            </a:r>
            <a:endParaRPr kumimoji="1" lang="ja-JP" altLang="en-US" sz="4400" b="1" dirty="0">
              <a:solidFill>
                <a:srgbClr val="FF0000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4DA0470-6E70-44D0-9CD7-669C8971345A}"/>
              </a:ext>
            </a:extLst>
          </p:cNvPr>
          <p:cNvSpPr txBox="1"/>
          <p:nvPr/>
        </p:nvSpPr>
        <p:spPr>
          <a:xfrm>
            <a:off x="935567" y="3641885"/>
            <a:ext cx="103208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上記の問題を解決するために</a:t>
            </a:r>
            <a:endParaRPr kumimoji="1" lang="en-US" altLang="ja-JP" sz="2000" dirty="0"/>
          </a:p>
          <a:p>
            <a:endParaRPr kumimoji="1" lang="en-US" altLang="ja-JP" sz="2000" dirty="0"/>
          </a:p>
          <a:p>
            <a:r>
              <a:rPr lang="ja-JP" altLang="en-US" sz="2400" dirty="0"/>
              <a:t>・</a:t>
            </a:r>
            <a:r>
              <a:rPr lang="ja-JP" altLang="en-US" sz="2400" b="1" dirty="0"/>
              <a:t>解決策①</a:t>
            </a:r>
            <a:endParaRPr lang="en-US" altLang="ja-JP" sz="1000" b="1" dirty="0"/>
          </a:p>
          <a:p>
            <a:r>
              <a:rPr lang="ja-JP" altLang="en-US" sz="2400" dirty="0"/>
              <a:t>・</a:t>
            </a:r>
            <a:r>
              <a:rPr lang="ja-JP" altLang="en-US" sz="2400" b="1" dirty="0"/>
              <a:t>解決策②</a:t>
            </a:r>
            <a:endParaRPr lang="en-US" altLang="ja-JP" sz="1000" b="1" dirty="0"/>
          </a:p>
          <a:p>
            <a:r>
              <a:rPr lang="ja-JP" altLang="en-US" sz="2400" dirty="0"/>
              <a:t>・</a:t>
            </a:r>
            <a:r>
              <a:rPr lang="ja-JP" altLang="en-US" sz="2400" b="1" dirty="0"/>
              <a:t>解決策③</a:t>
            </a:r>
            <a:endParaRPr lang="en-US" altLang="ja-JP" sz="2400" b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C76392D-1983-48F5-A26F-FFE2DA369333}"/>
              </a:ext>
            </a:extLst>
          </p:cNvPr>
          <p:cNvSpPr txBox="1"/>
          <p:nvPr/>
        </p:nvSpPr>
        <p:spPr>
          <a:xfrm>
            <a:off x="8307316" y="5907739"/>
            <a:ext cx="26146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に注力していく予定</a:t>
            </a:r>
            <a:endParaRPr lang="en-US" altLang="ja-JP" sz="20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C983B39-0356-4C19-914D-CEF0F9EE37B2}"/>
              </a:ext>
            </a:extLst>
          </p:cNvPr>
          <p:cNvSpPr/>
          <p:nvPr/>
        </p:nvSpPr>
        <p:spPr>
          <a:xfrm>
            <a:off x="11436593" y="58565"/>
            <a:ext cx="703619" cy="73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ロゴ</a:t>
            </a:r>
          </a:p>
        </p:txBody>
      </p:sp>
    </p:spTree>
    <p:extLst>
      <p:ext uri="{BB962C8B-B14F-4D97-AF65-F5344CB8AC3E}">
        <p14:creationId xmlns:p14="http://schemas.microsoft.com/office/powerpoint/2010/main" val="1223125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7E77C-9805-ECC0-8F62-BA7B906DF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コンテンツ プレースホルダー 4">
            <a:extLst>
              <a:ext uri="{FF2B5EF4-FFF2-40B4-BE49-F238E27FC236}">
                <a16:creationId xmlns:a16="http://schemas.microsoft.com/office/drawing/2014/main" id="{88DC0DBD-29D8-ED0D-1FC2-BEF5C97987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31"/>
          <a:stretch/>
        </p:blipFill>
        <p:spPr>
          <a:xfrm>
            <a:off x="0" y="0"/>
            <a:ext cx="12192000" cy="855133"/>
          </a:xfr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60B5AD8-B3DD-47C4-96E3-D948FC0300BD}"/>
              </a:ext>
            </a:extLst>
          </p:cNvPr>
          <p:cNvSpPr/>
          <p:nvPr/>
        </p:nvSpPr>
        <p:spPr>
          <a:xfrm rot="21381909">
            <a:off x="4017581" y="1108044"/>
            <a:ext cx="4408900" cy="24438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タイトル①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43BEFD8-57FC-3C2D-00AE-D4656AED0222}"/>
              </a:ext>
            </a:extLst>
          </p:cNvPr>
          <p:cNvSpPr txBox="1"/>
          <p:nvPr/>
        </p:nvSpPr>
        <p:spPr>
          <a:xfrm>
            <a:off x="1761065" y="208802"/>
            <a:ext cx="3039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solidFill>
                  <a:schemeClr val="bg1"/>
                </a:solidFill>
              </a:rPr>
              <a:t>その他制作物</a:t>
            </a:r>
            <a:endParaRPr kumimoji="1" lang="ja-JP" altLang="en-US" sz="3600" b="1" dirty="0">
              <a:solidFill>
                <a:schemeClr val="bg1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4FCA5D5-65F6-4A88-BEF7-89D598C1720F}"/>
              </a:ext>
            </a:extLst>
          </p:cNvPr>
          <p:cNvSpPr/>
          <p:nvPr/>
        </p:nvSpPr>
        <p:spPr>
          <a:xfrm rot="973070">
            <a:off x="7791336" y="1441435"/>
            <a:ext cx="4213796" cy="24438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タイトル②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9091BEA-C5E7-4AAF-91E0-FB293B89DE18}"/>
              </a:ext>
            </a:extLst>
          </p:cNvPr>
          <p:cNvSpPr/>
          <p:nvPr/>
        </p:nvSpPr>
        <p:spPr>
          <a:xfrm rot="21181998">
            <a:off x="507886" y="1101750"/>
            <a:ext cx="4213796" cy="24438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タイトル③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FE2DD67-691B-4E99-A42E-FA2F5D4A3286}"/>
              </a:ext>
            </a:extLst>
          </p:cNvPr>
          <p:cNvSpPr/>
          <p:nvPr/>
        </p:nvSpPr>
        <p:spPr>
          <a:xfrm>
            <a:off x="3886404" y="4132566"/>
            <a:ext cx="4408900" cy="24438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タイトル④</a:t>
            </a:r>
            <a:endParaRPr kumimoji="1" lang="ja-JP" altLang="en-US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1BDACCA-544D-4719-B3A0-8AA62C93663D}"/>
              </a:ext>
            </a:extLst>
          </p:cNvPr>
          <p:cNvSpPr/>
          <p:nvPr/>
        </p:nvSpPr>
        <p:spPr>
          <a:xfrm rot="508203">
            <a:off x="7605772" y="4055337"/>
            <a:ext cx="4213796" cy="24438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タイトル⑤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20DD543-6597-4782-905F-10CF1A20881F}"/>
              </a:ext>
            </a:extLst>
          </p:cNvPr>
          <p:cNvSpPr/>
          <p:nvPr/>
        </p:nvSpPr>
        <p:spPr>
          <a:xfrm rot="20387084">
            <a:off x="507885" y="3820218"/>
            <a:ext cx="4213796" cy="24438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タイトル⑥</a:t>
            </a:r>
          </a:p>
        </p:txBody>
      </p:sp>
    </p:spTree>
    <p:extLst>
      <p:ext uri="{BB962C8B-B14F-4D97-AF65-F5344CB8AC3E}">
        <p14:creationId xmlns:p14="http://schemas.microsoft.com/office/powerpoint/2010/main" val="1066581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5C79966-1D7D-4705-91B2-B86E7EC286FC}"/>
              </a:ext>
            </a:extLst>
          </p:cNvPr>
          <p:cNvSpPr/>
          <p:nvPr/>
        </p:nvSpPr>
        <p:spPr>
          <a:xfrm>
            <a:off x="619125" y="3895724"/>
            <a:ext cx="4581525" cy="2693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作品①</a:t>
            </a:r>
            <a:endParaRPr kumimoji="1" lang="ja-JP" altLang="en-US" dirty="0"/>
          </a:p>
        </p:txBody>
      </p:sp>
      <p:pic>
        <p:nvPicPr>
          <p:cNvPr id="4" name="コンテンツ プレースホルダー 4">
            <a:extLst>
              <a:ext uri="{FF2B5EF4-FFF2-40B4-BE49-F238E27FC236}">
                <a16:creationId xmlns:a16="http://schemas.microsoft.com/office/drawing/2014/main" id="{EB55EE7D-B2E6-48F2-B65D-6C518757EB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31"/>
          <a:stretch/>
        </p:blipFill>
        <p:spPr>
          <a:xfrm>
            <a:off x="0" y="0"/>
            <a:ext cx="12192000" cy="855133"/>
          </a:xfr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4D27E56-9118-44C3-98A3-239A931AF8EB}"/>
              </a:ext>
            </a:extLst>
          </p:cNvPr>
          <p:cNvSpPr txBox="1"/>
          <p:nvPr/>
        </p:nvSpPr>
        <p:spPr>
          <a:xfrm>
            <a:off x="1761065" y="208802"/>
            <a:ext cx="30215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 dirty="0">
                <a:solidFill>
                  <a:schemeClr val="bg1"/>
                </a:solidFill>
              </a:rPr>
              <a:t>その他作品①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E848857-7C24-45BF-9131-08A37FC4450D}"/>
              </a:ext>
            </a:extLst>
          </p:cNvPr>
          <p:cNvSpPr/>
          <p:nvPr/>
        </p:nvSpPr>
        <p:spPr>
          <a:xfrm>
            <a:off x="6459049" y="1113291"/>
            <a:ext cx="4581525" cy="2693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作品②</a:t>
            </a:r>
            <a:endParaRPr kumimoji="1" lang="ja-JP" altLang="en-US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3066972-AAD3-4DF5-A06A-E7F41C622561}"/>
              </a:ext>
            </a:extLst>
          </p:cNvPr>
          <p:cNvSpPr/>
          <p:nvPr/>
        </p:nvSpPr>
        <p:spPr>
          <a:xfrm>
            <a:off x="4413955" y="3522374"/>
            <a:ext cx="984650" cy="9828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ロゴ</a:t>
            </a:r>
            <a:r>
              <a:rPr kumimoji="1" lang="en-US" altLang="ja-JP" dirty="0"/>
              <a:t>or</a:t>
            </a:r>
            <a:r>
              <a:rPr kumimoji="1" lang="ja-JP" altLang="en-US" dirty="0"/>
              <a:t>タイトル名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0A001E8-0C6A-4D32-97CF-549A2F6CBA6D}"/>
              </a:ext>
            </a:extLst>
          </p:cNvPr>
          <p:cNvSpPr txBox="1"/>
          <p:nvPr/>
        </p:nvSpPr>
        <p:spPr>
          <a:xfrm>
            <a:off x="5121726" y="387081"/>
            <a:ext cx="2422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solidFill>
                  <a:schemeClr val="bg1"/>
                </a:solidFill>
              </a:rPr>
              <a:t>個人</a:t>
            </a:r>
            <a:r>
              <a:rPr lang="en-US" altLang="ja-JP" sz="2000" dirty="0">
                <a:solidFill>
                  <a:schemeClr val="bg1"/>
                </a:solidFill>
              </a:rPr>
              <a:t>or</a:t>
            </a:r>
            <a:r>
              <a:rPr kumimoji="1" lang="ja-JP" altLang="en-US" sz="2000" dirty="0">
                <a:solidFill>
                  <a:schemeClr val="bg1"/>
                </a:solidFill>
              </a:rPr>
              <a:t>チーム制作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040CE954-A34D-495A-9A23-26098A7CE734}"/>
              </a:ext>
            </a:extLst>
          </p:cNvPr>
          <p:cNvSpPr txBox="1"/>
          <p:nvPr/>
        </p:nvSpPr>
        <p:spPr>
          <a:xfrm>
            <a:off x="461887" y="1113291"/>
            <a:ext cx="48609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00" b="1" dirty="0"/>
              <a:t>作品名　　</a:t>
            </a:r>
            <a:r>
              <a:rPr lang="en-US" altLang="ja-JP" sz="1600" dirty="0"/>
              <a:t>:</a:t>
            </a:r>
            <a:r>
              <a:rPr lang="ja-JP" altLang="en-US" sz="1600" dirty="0"/>
              <a:t> ～～</a:t>
            </a:r>
            <a:endParaRPr lang="en-US" altLang="ja-JP" sz="1600" dirty="0"/>
          </a:p>
          <a:p>
            <a:r>
              <a:rPr lang="ja-JP" altLang="en-US" sz="1600" b="1" dirty="0"/>
              <a:t>ジャンル　</a:t>
            </a:r>
            <a:r>
              <a:rPr lang="en-US" altLang="ja-JP" sz="1600" dirty="0"/>
              <a:t>: </a:t>
            </a:r>
            <a:r>
              <a:rPr lang="ja-JP" altLang="en-US" sz="1600" dirty="0"/>
              <a:t>～～　</a:t>
            </a:r>
            <a:endParaRPr lang="en-US" altLang="ja-JP" sz="1600" dirty="0"/>
          </a:p>
          <a:p>
            <a:r>
              <a:rPr kumimoji="1" lang="ja-JP" altLang="en-US" sz="1600" b="1" dirty="0"/>
              <a:t>開発環境　</a:t>
            </a:r>
            <a:r>
              <a:rPr kumimoji="1" lang="en-US" altLang="ja-JP" sz="1600" dirty="0"/>
              <a:t>:</a:t>
            </a:r>
            <a:r>
              <a:rPr kumimoji="1" lang="ja-JP" altLang="en-US" sz="1600" dirty="0"/>
              <a:t> ～～</a:t>
            </a:r>
            <a:endParaRPr lang="en-US" altLang="ja-JP" sz="1600" dirty="0"/>
          </a:p>
          <a:p>
            <a:r>
              <a:rPr lang="ja-JP" altLang="en-US" sz="1600" b="1" dirty="0"/>
              <a:t>制作時期　</a:t>
            </a:r>
            <a:r>
              <a:rPr lang="en-US" altLang="ja-JP" sz="1600" dirty="0"/>
              <a:t>: </a:t>
            </a:r>
            <a:r>
              <a:rPr lang="en-US" altLang="ja-JP" sz="1600" dirty="0" err="1"/>
              <a:t>yyyy</a:t>
            </a:r>
            <a:r>
              <a:rPr lang="en-US" altLang="ja-JP" sz="1600" dirty="0"/>
              <a:t>/mm ~ </a:t>
            </a:r>
            <a:r>
              <a:rPr lang="en-US" altLang="ja-JP" sz="1600" dirty="0" err="1"/>
              <a:t>yyyy</a:t>
            </a:r>
            <a:r>
              <a:rPr lang="en-US" altLang="ja-JP" sz="1600" dirty="0"/>
              <a:t>/mm</a:t>
            </a:r>
          </a:p>
          <a:p>
            <a:r>
              <a:rPr lang="ja-JP" altLang="en-US" sz="1600" b="1" dirty="0"/>
              <a:t>制作人数　</a:t>
            </a:r>
            <a:r>
              <a:rPr lang="en-US" altLang="ja-JP" sz="1600" dirty="0"/>
              <a:t>: </a:t>
            </a:r>
            <a:r>
              <a:rPr lang="ja-JP" altLang="en-US" sz="1600" dirty="0"/>
              <a:t>～～</a:t>
            </a:r>
            <a:endParaRPr lang="en-US" altLang="ja-JP" sz="1600" dirty="0"/>
          </a:p>
          <a:p>
            <a:r>
              <a:rPr lang="ja-JP" altLang="en-US" sz="1600" b="1" dirty="0"/>
              <a:t>担当箇所　</a:t>
            </a:r>
            <a:r>
              <a:rPr lang="en-US" altLang="ja-JP" sz="1600" dirty="0"/>
              <a:t>: </a:t>
            </a:r>
            <a:r>
              <a:rPr lang="ja-JP" altLang="en-US" sz="1600" dirty="0"/>
              <a:t>～～</a:t>
            </a:r>
            <a:endParaRPr lang="en-US" altLang="ja-JP" sz="1600" dirty="0"/>
          </a:p>
          <a:p>
            <a:endParaRPr lang="en-US" altLang="ja-JP" sz="800" dirty="0"/>
          </a:p>
          <a:p>
            <a:r>
              <a:rPr lang="ja-JP" altLang="en-US" sz="1600" b="1" dirty="0">
                <a:solidFill>
                  <a:srgbClr val="FF0000"/>
                </a:solidFill>
              </a:rPr>
              <a:t>頑張ったこと・学んだこと</a:t>
            </a:r>
            <a:endParaRPr lang="en-US" altLang="ja-JP" sz="1600" b="1" dirty="0">
              <a:solidFill>
                <a:srgbClr val="FF0000"/>
              </a:solidFill>
            </a:endParaRPr>
          </a:p>
          <a:p>
            <a:r>
              <a:rPr lang="ja-JP" altLang="en-US" sz="1600" dirty="0"/>
              <a:t>・～～</a:t>
            </a:r>
            <a:endParaRPr lang="en-US" altLang="ja-JP" sz="1600" dirty="0"/>
          </a:p>
          <a:p>
            <a:r>
              <a:rPr lang="ja-JP" altLang="en-US" sz="1600" dirty="0"/>
              <a:t>・～～</a:t>
            </a:r>
            <a:endParaRPr lang="en-US" altLang="ja-JP" sz="1600" dirty="0"/>
          </a:p>
          <a:p>
            <a:r>
              <a:rPr lang="ja-JP" altLang="en-US" sz="1600" dirty="0"/>
              <a:t>・～～</a:t>
            </a:r>
            <a:endParaRPr lang="en-US" altLang="ja-JP" sz="16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E2F74B6-90B8-42DF-8692-B706AAB42BD6}"/>
              </a:ext>
            </a:extLst>
          </p:cNvPr>
          <p:cNvSpPr txBox="1"/>
          <p:nvPr/>
        </p:nvSpPr>
        <p:spPr>
          <a:xfrm>
            <a:off x="6167201" y="4013782"/>
            <a:ext cx="48609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00" b="1" dirty="0"/>
              <a:t>作品名　　</a:t>
            </a:r>
            <a:r>
              <a:rPr lang="en-US" altLang="ja-JP" sz="1600" dirty="0"/>
              <a:t>:</a:t>
            </a:r>
            <a:r>
              <a:rPr lang="ja-JP" altLang="en-US" sz="1600" dirty="0"/>
              <a:t> ～～</a:t>
            </a:r>
            <a:endParaRPr lang="en-US" altLang="ja-JP" sz="1600" dirty="0"/>
          </a:p>
          <a:p>
            <a:r>
              <a:rPr lang="ja-JP" altLang="en-US" sz="1600" b="1" dirty="0"/>
              <a:t>ジャンル　</a:t>
            </a:r>
            <a:r>
              <a:rPr lang="en-US" altLang="ja-JP" sz="1600" dirty="0"/>
              <a:t>: </a:t>
            </a:r>
            <a:r>
              <a:rPr lang="ja-JP" altLang="en-US" sz="1600" dirty="0"/>
              <a:t>～～　</a:t>
            </a:r>
            <a:endParaRPr lang="en-US" altLang="ja-JP" sz="1600" dirty="0"/>
          </a:p>
          <a:p>
            <a:r>
              <a:rPr kumimoji="1" lang="ja-JP" altLang="en-US" sz="1600" b="1" dirty="0"/>
              <a:t>開発環境　</a:t>
            </a:r>
            <a:r>
              <a:rPr kumimoji="1" lang="en-US" altLang="ja-JP" sz="1600" dirty="0"/>
              <a:t>:</a:t>
            </a:r>
            <a:r>
              <a:rPr kumimoji="1" lang="ja-JP" altLang="en-US" sz="1600" dirty="0"/>
              <a:t> ～～</a:t>
            </a:r>
            <a:endParaRPr lang="en-US" altLang="ja-JP" sz="1600" dirty="0"/>
          </a:p>
          <a:p>
            <a:r>
              <a:rPr lang="ja-JP" altLang="en-US" sz="1600" b="1" dirty="0"/>
              <a:t>制作時期　</a:t>
            </a:r>
            <a:r>
              <a:rPr lang="en-US" altLang="ja-JP" sz="1600" dirty="0"/>
              <a:t>: </a:t>
            </a:r>
            <a:r>
              <a:rPr lang="en-US" altLang="ja-JP" sz="1600" dirty="0" err="1"/>
              <a:t>yyyy</a:t>
            </a:r>
            <a:r>
              <a:rPr lang="en-US" altLang="ja-JP" sz="1600" dirty="0"/>
              <a:t>/mm ~ </a:t>
            </a:r>
            <a:r>
              <a:rPr lang="en-US" altLang="ja-JP" sz="1600" dirty="0" err="1"/>
              <a:t>yyyy</a:t>
            </a:r>
            <a:r>
              <a:rPr lang="en-US" altLang="ja-JP" sz="1600" dirty="0"/>
              <a:t>/mm</a:t>
            </a:r>
          </a:p>
          <a:p>
            <a:r>
              <a:rPr lang="ja-JP" altLang="en-US" sz="1600" b="1" dirty="0"/>
              <a:t>制作人数　</a:t>
            </a:r>
            <a:r>
              <a:rPr lang="en-US" altLang="ja-JP" sz="1600" dirty="0"/>
              <a:t>: </a:t>
            </a:r>
            <a:r>
              <a:rPr lang="ja-JP" altLang="en-US" sz="1600" dirty="0"/>
              <a:t>～～</a:t>
            </a:r>
            <a:endParaRPr lang="en-US" altLang="ja-JP" sz="1600" dirty="0"/>
          </a:p>
          <a:p>
            <a:r>
              <a:rPr lang="ja-JP" altLang="en-US" sz="1600" b="1" dirty="0"/>
              <a:t>担当箇所　</a:t>
            </a:r>
            <a:r>
              <a:rPr lang="en-US" altLang="ja-JP" sz="1600" dirty="0"/>
              <a:t>: </a:t>
            </a:r>
            <a:r>
              <a:rPr lang="ja-JP" altLang="en-US" sz="1600" dirty="0"/>
              <a:t>～～</a:t>
            </a:r>
            <a:endParaRPr lang="en-US" altLang="ja-JP" sz="1600" dirty="0"/>
          </a:p>
          <a:p>
            <a:endParaRPr lang="en-US" altLang="ja-JP" sz="800" dirty="0"/>
          </a:p>
          <a:p>
            <a:r>
              <a:rPr lang="ja-JP" altLang="en-US" sz="1600" b="1" dirty="0">
                <a:solidFill>
                  <a:srgbClr val="FF0000"/>
                </a:solidFill>
              </a:rPr>
              <a:t>頑張ったこと・学んだこと</a:t>
            </a:r>
            <a:endParaRPr lang="en-US" altLang="ja-JP" sz="1600" b="1" dirty="0">
              <a:solidFill>
                <a:srgbClr val="FF0000"/>
              </a:solidFill>
            </a:endParaRPr>
          </a:p>
          <a:p>
            <a:r>
              <a:rPr lang="ja-JP" altLang="en-US" sz="1600" dirty="0"/>
              <a:t>・～～</a:t>
            </a:r>
            <a:endParaRPr lang="en-US" altLang="ja-JP" sz="1600" dirty="0"/>
          </a:p>
          <a:p>
            <a:r>
              <a:rPr lang="ja-JP" altLang="en-US" sz="1600" dirty="0"/>
              <a:t>・～～</a:t>
            </a:r>
            <a:endParaRPr lang="en-US" altLang="ja-JP" sz="1600" dirty="0"/>
          </a:p>
          <a:p>
            <a:r>
              <a:rPr lang="ja-JP" altLang="en-US" sz="1600" dirty="0"/>
              <a:t>・～～</a:t>
            </a:r>
            <a:endParaRPr lang="en-US" altLang="ja-JP" sz="1600" dirty="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05091B52-8BE8-4CCA-85F3-4F8A708A8C4A}"/>
              </a:ext>
            </a:extLst>
          </p:cNvPr>
          <p:cNvSpPr/>
          <p:nvPr/>
        </p:nvSpPr>
        <p:spPr>
          <a:xfrm>
            <a:off x="5874700" y="994637"/>
            <a:ext cx="984650" cy="9828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ロゴ</a:t>
            </a:r>
            <a:r>
              <a:rPr kumimoji="1" lang="en-US" altLang="ja-JP" dirty="0"/>
              <a:t>or</a:t>
            </a:r>
            <a:r>
              <a:rPr kumimoji="1" lang="ja-JP" altLang="en-US" dirty="0"/>
              <a:t>タイトル名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DECBD11C-15DE-4A0C-BBAA-5C5E3B1E39DB}"/>
              </a:ext>
            </a:extLst>
          </p:cNvPr>
          <p:cNvSpPr/>
          <p:nvPr/>
        </p:nvSpPr>
        <p:spPr>
          <a:xfrm>
            <a:off x="10233730" y="71150"/>
            <a:ext cx="717379" cy="7160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/>
              <a:t>ロゴ</a:t>
            </a:r>
            <a:r>
              <a:rPr kumimoji="1" lang="en-US" altLang="ja-JP" sz="1400" dirty="0"/>
              <a:t>or</a:t>
            </a:r>
            <a:r>
              <a:rPr kumimoji="1" lang="ja-JP" altLang="en-US" sz="1400" dirty="0"/>
              <a:t>タイトル名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5DE851E2-21EA-4B4A-91BF-7E1982847687}"/>
              </a:ext>
            </a:extLst>
          </p:cNvPr>
          <p:cNvSpPr/>
          <p:nvPr/>
        </p:nvSpPr>
        <p:spPr>
          <a:xfrm>
            <a:off x="11129080" y="81645"/>
            <a:ext cx="717379" cy="7160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/>
              <a:t>ロゴ</a:t>
            </a:r>
            <a:r>
              <a:rPr kumimoji="1" lang="en-US" altLang="ja-JP" sz="1400" dirty="0"/>
              <a:t>or</a:t>
            </a:r>
            <a:r>
              <a:rPr kumimoji="1" lang="ja-JP" altLang="en-US" sz="1400" dirty="0"/>
              <a:t>タイトル名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5F453BEE-B8D3-42F0-AD9B-7D643115E3E2}"/>
              </a:ext>
            </a:extLst>
          </p:cNvPr>
          <p:cNvSpPr/>
          <p:nvPr/>
        </p:nvSpPr>
        <p:spPr>
          <a:xfrm>
            <a:off x="4366674" y="2375221"/>
            <a:ext cx="1079211" cy="10792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err="1"/>
              <a:t>GitQR</a:t>
            </a:r>
            <a:endParaRPr kumimoji="1" lang="en-US" altLang="ja-JP" sz="1600" dirty="0"/>
          </a:p>
          <a:p>
            <a:pPr algn="ctr"/>
            <a:r>
              <a:rPr kumimoji="1" lang="en-US" altLang="ja-JP" sz="1600" dirty="0"/>
              <a:t>(</a:t>
            </a:r>
            <a:r>
              <a:rPr kumimoji="1" lang="ja-JP" altLang="en-US" sz="1600" dirty="0"/>
              <a:t>データ出すなら</a:t>
            </a:r>
            <a:r>
              <a:rPr kumimoji="1" lang="en-US" altLang="ja-JP" sz="1600" dirty="0"/>
              <a:t>)</a:t>
            </a:r>
            <a:endParaRPr kumimoji="1" lang="ja-JP" altLang="en-US" sz="1600" dirty="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96BBE549-3284-4693-9C18-587150850AD4}"/>
              </a:ext>
            </a:extLst>
          </p:cNvPr>
          <p:cNvSpPr/>
          <p:nvPr/>
        </p:nvSpPr>
        <p:spPr>
          <a:xfrm>
            <a:off x="10057466" y="5457807"/>
            <a:ext cx="1079211" cy="10792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err="1"/>
              <a:t>GitQR</a:t>
            </a:r>
            <a:endParaRPr kumimoji="1" lang="en-US" altLang="ja-JP" sz="1600" dirty="0"/>
          </a:p>
          <a:p>
            <a:pPr algn="ctr"/>
            <a:r>
              <a:rPr kumimoji="1" lang="en-US" altLang="ja-JP" sz="1600" dirty="0"/>
              <a:t>(</a:t>
            </a:r>
            <a:r>
              <a:rPr kumimoji="1" lang="ja-JP" altLang="en-US" sz="1600" dirty="0"/>
              <a:t>データ出すなら</a:t>
            </a:r>
            <a:r>
              <a:rPr kumimoji="1" lang="en-US" altLang="ja-JP" sz="1600" dirty="0"/>
              <a:t>)</a:t>
            </a:r>
            <a:endParaRPr kumimoji="1" lang="ja-JP" altLang="en-US" sz="16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035CC9A-6E0D-42F5-BD7D-ED2C7D5122F7}"/>
              </a:ext>
            </a:extLst>
          </p:cNvPr>
          <p:cNvSpPr txBox="1"/>
          <p:nvPr/>
        </p:nvSpPr>
        <p:spPr>
          <a:xfrm>
            <a:off x="4245681" y="2067444"/>
            <a:ext cx="1321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Git</a:t>
            </a:r>
            <a:r>
              <a:rPr kumimoji="1" lang="ja-JP" altLang="en-US" sz="1400" dirty="0"/>
              <a:t>リポジトリ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F1214E2-6E62-4D65-B6DD-43B7897C9B62}"/>
              </a:ext>
            </a:extLst>
          </p:cNvPr>
          <p:cNvSpPr txBox="1"/>
          <p:nvPr/>
        </p:nvSpPr>
        <p:spPr>
          <a:xfrm>
            <a:off x="9931821" y="5152116"/>
            <a:ext cx="1321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Git</a:t>
            </a:r>
            <a:r>
              <a:rPr kumimoji="1" lang="ja-JP" altLang="en-US" sz="1400" dirty="0"/>
              <a:t>リポジトリ</a:t>
            </a:r>
          </a:p>
        </p:txBody>
      </p:sp>
    </p:spTree>
    <p:extLst>
      <p:ext uri="{BB962C8B-B14F-4D97-AF65-F5344CB8AC3E}">
        <p14:creationId xmlns:p14="http://schemas.microsoft.com/office/powerpoint/2010/main" val="2348436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7E77C-9805-ECC0-8F62-BA7B906DF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コンテンツ プレースホルダー 4">
            <a:extLst>
              <a:ext uri="{FF2B5EF4-FFF2-40B4-BE49-F238E27FC236}">
                <a16:creationId xmlns:a16="http://schemas.microsoft.com/office/drawing/2014/main" id="{88DC0DBD-29D8-ED0D-1FC2-BEF5C97987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31"/>
          <a:stretch/>
        </p:blipFill>
        <p:spPr>
          <a:xfrm>
            <a:off x="0" y="0"/>
            <a:ext cx="12192000" cy="855133"/>
          </a:xfr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43BEFD8-57FC-3C2D-00AE-D4656AED0222}"/>
              </a:ext>
            </a:extLst>
          </p:cNvPr>
          <p:cNvSpPr txBox="1"/>
          <p:nvPr/>
        </p:nvSpPr>
        <p:spPr>
          <a:xfrm>
            <a:off x="1761066" y="208802"/>
            <a:ext cx="2480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solidFill>
                  <a:schemeClr val="bg1"/>
                </a:solidFill>
              </a:rPr>
              <a:t>今後の目標</a:t>
            </a:r>
            <a:endParaRPr kumimoji="1" lang="ja-JP" altLang="en-US" sz="3600" b="1" dirty="0">
              <a:solidFill>
                <a:schemeClr val="bg1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A875CC6-007F-4E3F-B45A-4EC5076B6577}"/>
              </a:ext>
            </a:extLst>
          </p:cNvPr>
          <p:cNvSpPr txBox="1"/>
          <p:nvPr/>
        </p:nvSpPr>
        <p:spPr>
          <a:xfrm>
            <a:off x="533400" y="4451328"/>
            <a:ext cx="1112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/>
              <a:t>目標に向けてどうしていくか</a:t>
            </a:r>
            <a:endParaRPr lang="en-US" altLang="ja-JP" sz="2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72C71B6-EDAF-4E13-8745-8FDE82DC6552}"/>
              </a:ext>
            </a:extLst>
          </p:cNvPr>
          <p:cNvSpPr txBox="1"/>
          <p:nvPr/>
        </p:nvSpPr>
        <p:spPr>
          <a:xfrm>
            <a:off x="618067" y="1541328"/>
            <a:ext cx="107188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altLang="ja-JP" sz="4000" dirty="0"/>
          </a:p>
          <a:p>
            <a:pPr algn="ctr"/>
            <a:r>
              <a:rPr lang="ja-JP" altLang="en-US" sz="4000" dirty="0"/>
              <a:t>　目　標　！</a:t>
            </a:r>
            <a:endParaRPr lang="en-US" altLang="ja-JP" sz="4000" dirty="0"/>
          </a:p>
          <a:p>
            <a:pPr algn="ctr"/>
            <a:endParaRPr lang="ja-JP" altLang="en-US" sz="4800" dirty="0"/>
          </a:p>
        </p:txBody>
      </p:sp>
    </p:spTree>
    <p:extLst>
      <p:ext uri="{BB962C8B-B14F-4D97-AF65-F5344CB8AC3E}">
        <p14:creationId xmlns:p14="http://schemas.microsoft.com/office/powerpoint/2010/main" val="4088836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fe1ea7-ec5c-438d-8e0d-1b64f069d164" xsi:nil="true"/>
    <lcf76f155ced4ddcb4097134ff3c332f xmlns="127fd322-9b06-4661-bc2d-46c044e78c5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C317E43378D5C46AFCA0722CE7843C1" ma:contentTypeVersion="13" ma:contentTypeDescription="新しいドキュメントを作成します。" ma:contentTypeScope="" ma:versionID="ae33ea54f6024675bb5ca2306dcc910a">
  <xsd:schema xmlns:xsd="http://www.w3.org/2001/XMLSchema" xmlns:xs="http://www.w3.org/2001/XMLSchema" xmlns:p="http://schemas.microsoft.com/office/2006/metadata/properties" xmlns:ns2="127fd322-9b06-4661-bc2d-46c044e78c5a" xmlns:ns3="22fe1ea7-ec5c-438d-8e0d-1b64f069d164" targetNamespace="http://schemas.microsoft.com/office/2006/metadata/properties" ma:root="true" ma:fieldsID="1d547caceecaeb34e256c4c27bffc0ae" ns2:_="" ns3:_="">
    <xsd:import namespace="127fd322-9b06-4661-bc2d-46c044e78c5a"/>
    <xsd:import namespace="22fe1ea7-ec5c-438d-8e0d-1b64f069d16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7fd322-9b06-4661-bc2d-46c044e78c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画像タグ" ma:readOnly="false" ma:fieldId="{5cf76f15-5ced-4ddc-b409-7134ff3c332f}" ma:taxonomyMulti="true" ma:sspId="c7b788f1-635f-435b-a825-11a9aec0b6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fe1ea7-ec5c-438d-8e0d-1b64f069d164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a7ead8b-6290-46da-94e5-aa4b89cdb381}" ma:internalName="TaxCatchAll" ma:showField="CatchAllData" ma:web="22fe1ea7-ec5c-438d-8e0d-1b64f069d16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DACB21A-7388-4FDC-959F-E44FF3D4D245}">
  <ds:schemaRefs>
    <ds:schemaRef ds:uri="http://schemas.microsoft.com/office/2006/metadata/properties"/>
    <ds:schemaRef ds:uri="http://schemas.microsoft.com/office/infopath/2007/PartnerControls"/>
    <ds:schemaRef ds:uri="22fe1ea7-ec5c-438d-8e0d-1b64f069d164"/>
    <ds:schemaRef ds:uri="127fd322-9b06-4661-bc2d-46c044e78c5a"/>
  </ds:schemaRefs>
</ds:datastoreItem>
</file>

<file path=customXml/itemProps2.xml><?xml version="1.0" encoding="utf-8"?>
<ds:datastoreItem xmlns:ds="http://schemas.openxmlformats.org/officeDocument/2006/customXml" ds:itemID="{731C20BF-5434-42B1-AE3F-1E7BAB1AE1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7fd322-9b06-4661-bc2d-46c044e78c5a"/>
    <ds:schemaRef ds:uri="22fe1ea7-ec5c-438d-8e0d-1b64f069d16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7C47FAC-CBE0-4596-8AE9-3B5EE17C820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2993</TotalTime>
  <Words>608</Words>
  <Application>Microsoft Office PowerPoint</Application>
  <PresentationFormat>Widescreen</PresentationFormat>
  <Paragraphs>161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テーマ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仲田　伊織</dc:creator>
  <cp:lastModifiedBy>田代　昂汰</cp:lastModifiedBy>
  <cp:revision>318</cp:revision>
  <cp:lastPrinted>2025-04-25T03:53:00Z</cp:lastPrinted>
  <dcterms:created xsi:type="dcterms:W3CDTF">2025-02-14T06:06:49Z</dcterms:created>
  <dcterms:modified xsi:type="dcterms:W3CDTF">2026-03-19T06:03:34Z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0x010100EC317E43378D5C46AFCA0722CE7843C1</vt:lpwstr>
  </property>
</Properties>
</file>