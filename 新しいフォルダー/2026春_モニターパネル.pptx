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94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A93"/>
    <a:srgbClr val="EA6194"/>
    <a:srgbClr val="EF858C"/>
    <a:srgbClr val="FEEBB5"/>
    <a:srgbClr val="71AADC"/>
    <a:srgbClr val="4DA5DD"/>
    <a:srgbClr val="FEDE84"/>
    <a:srgbClr val="777777"/>
    <a:srgbClr val="FDE09A"/>
    <a:srgbClr val="F8E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F923D-5D06-4364-8DAB-C0F9132149B8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DD72C-2BDF-4991-A649-5C1F0B55C1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194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5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59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51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09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31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57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6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75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0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28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2A35D-6E50-428D-AB3E-CCB13097CFBD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27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あんどう　　あゆむ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 dirty="0">
                <a:solidFill>
                  <a:schemeClr val="bg1"/>
                </a:solidFill>
                <a:latin typeface="メイリオ"/>
                <a:ea typeface="メイリオ"/>
              </a:rPr>
              <a:t>安藤 歩夢</a:t>
            </a:r>
            <a:endParaRPr kumimoji="1" lang="ja-JP" altLang="en-US" sz="13800" b="1" dirty="0">
              <a:solidFill>
                <a:schemeClr val="bg1"/>
              </a:solidFill>
              <a:latin typeface="メイリオ"/>
              <a:ea typeface="メイリオ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 dirty="0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1963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C7952A5A25B2543AB99BC9B879A46ED" ma:contentTypeVersion="13" ma:contentTypeDescription="新しいドキュメントを作成します。" ma:contentTypeScope="" ma:versionID="fcd2d16037773d4f0820201a377ec3b5">
  <xsd:schema xmlns:xsd="http://www.w3.org/2001/XMLSchema" xmlns:xs="http://www.w3.org/2001/XMLSchema" xmlns:p="http://schemas.microsoft.com/office/2006/metadata/properties" xmlns:ns2="098a3c11-7ac2-46ba-89ce-8b2d5c9f76f8" xmlns:ns3="04574505-c322-4981-8ebb-5d25af8d4de8" targetNamespace="http://schemas.microsoft.com/office/2006/metadata/properties" ma:root="true" ma:fieldsID="e3b96b92a3276d52e4aef8683acc6f58" ns2:_="" ns3:_="">
    <xsd:import namespace="098a3c11-7ac2-46ba-89ce-8b2d5c9f76f8"/>
    <xsd:import namespace="04574505-c322-4981-8ebb-5d25af8d4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a3c11-7ac2-46ba-89ce-8b2d5c9f76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74505-c322-4981-8ebb-5d25af8d4de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44953b2-95a8-4edc-80ea-e32e032fc8ac}" ma:internalName="TaxCatchAll" ma:showField="CatchAllData" ma:web="04574505-c322-4981-8ebb-5d25af8d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4574505-c322-4981-8ebb-5d25af8d4de8" xsi:nil="true"/>
    <lcf76f155ced4ddcb4097134ff3c332f xmlns="098a3c11-7ac2-46ba-89ce-8b2d5c9f76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A980775-8E62-4B38-B8CC-76E0047B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00508A-8798-408F-8B83-2C14AE817DA0}">
  <ds:schemaRefs>
    <ds:schemaRef ds:uri="04574505-c322-4981-8ebb-5d25af8d4de8"/>
    <ds:schemaRef ds:uri="098a3c11-7ac2-46ba-89ce-8b2d5c9f76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076C90-A5BD-423D-8149-F08F7F4C21D9}">
  <ds:schemaRefs>
    <ds:schemaRef ds:uri="http://www.w3.org/XML/1998/namespace"/>
    <ds:schemaRef ds:uri="http://purl.org/dc/elements/1.1/"/>
    <ds:schemaRef ds:uri="http://schemas.microsoft.com/office/2006/documentManagement/types"/>
    <ds:schemaRef ds:uri="098a3c11-7ac2-46ba-89ce-8b2d5c9f76f8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04574505-c322-4981-8ebb-5d25af8d4de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</Words>
  <Application>Microsoft Office PowerPoint</Application>
  <PresentationFormat>ワイド画面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泉 政俊</dc:creator>
  <cp:lastModifiedBy>安藤　歩夢</cp:lastModifiedBy>
  <cp:revision>5</cp:revision>
  <dcterms:created xsi:type="dcterms:W3CDTF">2024-09-09T02:43:12Z</dcterms:created>
  <dcterms:modified xsi:type="dcterms:W3CDTF">2026-01-29T00:37:30Z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0x0101009C7952A5A25B2543AB99BC9B879A46ED</vt:lpwstr>
  </property>
  <property fmtid="{D5CDD505-2E9C-101B-9397-08002B2CF9AE}" pid="3" name="MediaServiceImageTags">
    <vt:lpwstr/>
  </property>
</Properties>
</file>